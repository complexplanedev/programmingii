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81" r:id="rId2"/>
    <p:sldId id="274" r:id="rId3"/>
    <p:sldId id="275" r:id="rId4"/>
    <p:sldId id="276" r:id="rId5"/>
    <p:sldId id="277" r:id="rId6"/>
    <p:sldId id="278" r:id="rId7"/>
    <p:sldId id="279" r:id="rId8"/>
    <p:sldId id="28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58"/>
  </p:normalViewPr>
  <p:slideViewPr>
    <p:cSldViewPr snapToGrid="0">
      <p:cViewPr varScale="1">
        <p:scale>
          <a:sx n="78" d="100"/>
          <a:sy n="78" d="100"/>
        </p:scale>
        <p:origin x="69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5BD452-70C7-7D43-DE79-395EC2D5A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7222D-C06B-5CD4-B200-730FB65A8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2657-6240-B14B-9F48-F865CB79AC7C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6D15-E1AC-47B8-BF91-C30978D1B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59E4-6272-9520-00E8-FE3F63A8D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A7A-FF33-C64E-B529-8BCC138EF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3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121A-761B-2742-9D61-65348EACD743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59E5-EFBC-DB40-B048-B7FD703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4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C6D0-5512-F16D-A0CB-B72D25DE2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2CC4-D335-C33A-9B0A-689A95B7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5E48-8338-AC1F-6E5F-D8999FEB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AF4E8-F2CF-C549-9607-229C16B75CE9}" type="datetime1">
              <a:t>14-Jun-26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1100-D604-5C2D-7C49-74A286E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38D9-1B5A-E778-95C0-AF4682C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693-A74F-F8E3-AD6A-0332BA4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BD10-0BF7-1F3F-59C4-F701A755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3507-7FCB-4052-7D4E-E0E661B8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BC82C-449B-7841-BB2E-0638313BD32F}" type="datetime1">
              <a:t>14-Jun-26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F9F4-E7EF-D596-F08B-70C65EFF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335D-13AC-DE52-4FB3-F21D0F4A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6974-425E-2DAD-9A21-BA079617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BC8-2575-E2E6-B061-F7EE5B50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BA54-9635-D484-B680-4616CD98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2521A-8C49-674E-82B1-46AE1C6E337B}" type="datetime1">
              <a:t>14-Jun-26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804-2107-34D8-E78B-2A7FFFB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FD9B-7CDC-60DE-0DC1-06904DC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72E-B1A4-D336-D790-D89C1E7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7E8D-C5B1-602E-EAC6-EB6FA3EE1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62D6-18E8-14F8-E378-8E10073C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66E2-2C5F-9236-3F60-A87A6B3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2847B-31CD-C74A-A55A-3B6B39503276}" type="datetime1">
              <a:t>14-Jun-26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63519-F2FC-412C-3914-030E96B3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BC-C7BA-0E16-8652-D4FB52E8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EAA-6C94-CE7A-96FB-FF6B2F1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2EFD-CF2B-1D2E-7819-E2EBC8E1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80BC-743C-1D56-4519-FAAC1140E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74647-A3CD-CD27-25B6-C1CB380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464C-F134-5223-06A8-93C17D00F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3B48B-CF79-443F-E609-240A9AD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0972A-6F1C-934B-847C-06202FA426B5}" type="datetime1">
              <a:t>14-Jun-26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D30F-6B06-D928-93A9-7BFCC03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9A56-6E9F-7FCB-C081-AB1C0B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FFED-3B7D-D363-F6D8-89AB1CD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9165-4CDC-A611-C121-3CA7DEA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D5B7-D94B-AE4B-8FF5-D03F40CC5EC5}" type="datetime1">
              <a:t>14-Jun-26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37B45-F436-35A0-1A11-3847788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249D-E148-E80F-8FD8-12216ADD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29C19-6C7E-FBCF-C0D3-BC2825CF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73C1-E799-9F4A-A963-6B84F98EC0FF}" type="datetime1">
              <a:t>14-Jun-26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8B7D5-B148-1242-4C00-81D88102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65B3-A8E1-6528-1396-C3E42F7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6B0A-0FFE-C59A-0FDB-B712E2B3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6137-AB91-B024-3858-0625F2A8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72223-1D56-3876-37AB-AB827894A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145A-5ACE-4F2E-8C10-D81F5A6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EE03C-BE8D-684D-8D7E-A4F5CBAC5748}" type="datetime1">
              <a:t>14-Jun-26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E9C-37C5-A4EB-2D87-B45D168B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A687-831D-6087-7C77-C236A47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5D35-BDA7-8A9B-5FE8-19ED22B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14BC-B1A6-7914-CA5E-3491D509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EAF5-4292-2E66-1BA9-931773EE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9A49-D6E3-429F-B82D-DD18B58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1B57-A9A7-6549-8725-4013530D8EAC}" type="datetime1">
              <a:t>14-Jun-26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D04-DB58-C9EB-75F0-97413C2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13049-D1B6-FDF7-C4FA-F1C43AC6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8EE-477E-ECFB-0E65-CD52E05B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C616-6082-E08E-4642-B87DE66B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89D1-5083-F77D-B918-E888FE2B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D170F-0234-F046-A6BF-B2978D331E04}" type="datetime1">
              <a:t>14-Jun-26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B412-8604-155E-9048-BCEAA5F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81FC-B75F-EB66-0310-834FD5E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BFC86-9762-DFC3-7CD6-D3F9D73D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56E57-9E5C-69B9-F8AE-49A68E29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D425-82B9-9E5C-85DE-5037538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7E29B-9957-AB40-9A94-1260D80C8243}" type="datetime1">
              <a:t>14-Jun-26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33BA-4ED4-16BD-862C-CA2CC2E3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00BD-6373-F5B3-CF96-94569E9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0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CD59-EDAF-CA69-6ACB-CAD4CEB9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3310-4114-A479-F299-36FC9ECF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01-C88C-FFD9-4D05-DAEFB3B81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EFB63E-C7D7-B84D-ADFE-C2FC7C79F473}" type="datetime1">
              <a:t>14-Jun-26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AE9D-4006-22D3-9F53-03EFBB7E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AVL Trees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9D29-9B98-65F3-7AC9-22F3C883F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6696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AVL Trees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EC0C6-DC25-B40D-AA18-0CDBE97E7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572DE2-1471-6623-EC31-0CE1840E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29326-0BB4-89F6-94AE-782772145196}"/>
              </a:ext>
            </a:extLst>
          </p:cNvPr>
          <p:cNvSpPr txBox="1"/>
          <p:nvPr/>
        </p:nvSpPr>
        <p:spPr>
          <a:xfrm>
            <a:off x="535709" y="194055"/>
            <a:ext cx="20286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Balanced tree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B13129-7239-7127-7D12-9AB0648EFACC}"/>
              </a:ext>
            </a:extLst>
          </p:cNvPr>
          <p:cNvSpPr txBox="1"/>
          <p:nvPr/>
        </p:nvSpPr>
        <p:spPr>
          <a:xfrm>
            <a:off x="535709" y="898406"/>
            <a:ext cx="8920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balanced tree is a tree where the difference of height at any node differs by at most one.</a:t>
            </a:r>
          </a:p>
        </p:txBody>
      </p: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A0F99EFC-A76D-4DA4-ECA6-6FEA2ACD7CE1}"/>
              </a:ext>
            </a:extLst>
          </p:cNvPr>
          <p:cNvGrpSpPr/>
          <p:nvPr/>
        </p:nvGrpSpPr>
        <p:grpSpPr>
          <a:xfrm>
            <a:off x="6483853" y="1422573"/>
            <a:ext cx="4522059" cy="3714423"/>
            <a:chOff x="6496606" y="1770323"/>
            <a:chExt cx="4522059" cy="3714423"/>
          </a:xfrm>
        </p:grpSpPr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5FD8B862-330F-835C-29C2-5BA62BCEBBB2}"/>
                </a:ext>
              </a:extLst>
            </p:cNvPr>
            <p:cNvSpPr/>
            <p:nvPr/>
          </p:nvSpPr>
          <p:spPr>
            <a:xfrm rot="18103998">
              <a:off x="5071491" y="3195438"/>
              <a:ext cx="3714423" cy="864194"/>
            </a:xfrm>
            <a:prstGeom prst="arc">
              <a:avLst>
                <a:gd name="adj1" fmla="val 16295681"/>
                <a:gd name="adj2" fmla="val 21585096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BE594BF9-5E14-5985-C030-C2605E2A801E}"/>
                </a:ext>
              </a:extLst>
            </p:cNvPr>
            <p:cNvSpPr/>
            <p:nvPr/>
          </p:nvSpPr>
          <p:spPr>
            <a:xfrm rot="1853073">
              <a:off x="7000688" y="2335477"/>
              <a:ext cx="4017977" cy="1683875"/>
            </a:xfrm>
            <a:prstGeom prst="arc">
              <a:avLst>
                <a:gd name="adj1" fmla="val 13511546"/>
                <a:gd name="adj2" fmla="val 1510719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65F45BB-B1BE-358C-EE96-A69F1C32FC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53400" y="1968321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8D090B9-A2C5-A8D5-7850-B3123351F3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24782" y="3449782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CB9A825-E76D-BC57-B6C8-D214E2D70E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81982" y="2720214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1BB7566-4250-87B4-5D3C-F773598197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39182" y="3416527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31DE7FD-CF3A-89F6-488F-1B3E4C7049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2473" y="2720214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CE314C1-2A03-617F-3B3E-1166A106A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05273" y="3416527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0CBAEE8-19C2-2F0A-AF43-FF5586C3EF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364" y="3415306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48C27E5-C615-5EEE-8472-2CAA1844DC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0164" y="4110398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233EE7E-280A-9395-8122-F29EB489C8A0}"/>
                </a:ext>
              </a:extLst>
            </p:cNvPr>
            <p:cNvCxnSpPr>
              <a:stCxn id="10" idx="3"/>
              <a:endCxn id="14" idx="7"/>
            </p:cNvCxnSpPr>
            <p:nvPr/>
          </p:nvCxnSpPr>
          <p:spPr>
            <a:xfrm flipH="1">
              <a:off x="7472227" y="2358566"/>
              <a:ext cx="748128" cy="4286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8FD7802-1F06-28F4-2EA6-B056FDA0EEFF}"/>
                </a:ext>
              </a:extLst>
            </p:cNvPr>
            <p:cNvCxnSpPr>
              <a:cxnSpLocks/>
              <a:stCxn id="14" idx="3"/>
              <a:endCxn id="13" idx="0"/>
            </p:cNvCxnSpPr>
            <p:nvPr/>
          </p:nvCxnSpPr>
          <p:spPr>
            <a:xfrm flipH="1">
              <a:off x="6853382" y="3110459"/>
              <a:ext cx="295555" cy="339323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74C1812B-C7B1-3E2E-15C6-0AF82ED0BA1F}"/>
                </a:ext>
              </a:extLst>
            </p:cNvPr>
            <p:cNvCxnSpPr>
              <a:stCxn id="14" idx="5"/>
              <a:endCxn id="15" idx="0"/>
            </p:cNvCxnSpPr>
            <p:nvPr/>
          </p:nvCxnSpPr>
          <p:spPr>
            <a:xfrm>
              <a:off x="7472227" y="3110459"/>
              <a:ext cx="295555" cy="306068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1B73527-A134-E242-F11E-EAA6866AC1C7}"/>
                </a:ext>
              </a:extLst>
            </p:cNvPr>
            <p:cNvCxnSpPr>
              <a:stCxn id="10" idx="5"/>
              <a:endCxn id="16" idx="1"/>
            </p:cNvCxnSpPr>
            <p:nvPr/>
          </p:nvCxnSpPr>
          <p:spPr>
            <a:xfrm>
              <a:off x="8543645" y="2358566"/>
              <a:ext cx="685783" cy="4286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E934C17-5495-8A28-3004-BBAE2553D102}"/>
                </a:ext>
              </a:extLst>
            </p:cNvPr>
            <p:cNvCxnSpPr>
              <a:stCxn id="16" idx="3"/>
              <a:endCxn id="17" idx="0"/>
            </p:cNvCxnSpPr>
            <p:nvPr/>
          </p:nvCxnSpPr>
          <p:spPr>
            <a:xfrm flipH="1">
              <a:off x="8933873" y="3110459"/>
              <a:ext cx="295555" cy="3060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9CE5A436-B748-D7E5-24E2-22E41CE676E1}"/>
                </a:ext>
              </a:extLst>
            </p:cNvPr>
            <p:cNvCxnSpPr>
              <a:stCxn id="16" idx="5"/>
              <a:endCxn id="18" idx="0"/>
            </p:cNvCxnSpPr>
            <p:nvPr/>
          </p:nvCxnSpPr>
          <p:spPr>
            <a:xfrm>
              <a:off x="9552718" y="3110459"/>
              <a:ext cx="293246" cy="3048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81D6C0C-7A17-E59F-8415-743FA223F630}"/>
                </a:ext>
              </a:extLst>
            </p:cNvPr>
            <p:cNvCxnSpPr>
              <a:stCxn id="18" idx="3"/>
              <a:endCxn id="19" idx="0"/>
            </p:cNvCxnSpPr>
            <p:nvPr/>
          </p:nvCxnSpPr>
          <p:spPr>
            <a:xfrm flipH="1">
              <a:off x="9388764" y="3805551"/>
              <a:ext cx="295555" cy="304847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2EC2A86-E0B3-F845-1AAB-3229EA987CBB}"/>
                </a:ext>
              </a:extLst>
            </p:cNvPr>
            <p:cNvSpPr txBox="1"/>
            <p:nvPr/>
          </p:nvSpPr>
          <p:spPr>
            <a:xfrm>
              <a:off x="6752533" y="2273620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h = 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5FE5B78-A0A4-1E6D-3FFD-9E950F202A17}"/>
                </a:ext>
              </a:extLst>
            </p:cNvPr>
            <p:cNvSpPr txBox="1"/>
            <p:nvPr/>
          </p:nvSpPr>
          <p:spPr>
            <a:xfrm>
              <a:off x="9861951" y="2518066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h = 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54C17D1-B5E9-1176-934F-3E75E287A3B3}"/>
                </a:ext>
              </a:extLst>
            </p:cNvPr>
            <p:cNvSpPr txBox="1"/>
            <p:nvPr/>
          </p:nvSpPr>
          <p:spPr>
            <a:xfrm>
              <a:off x="7055382" y="3227481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00B050"/>
                  </a:solidFill>
                </a:rPr>
                <a:t>h = 1</a:t>
              </a:r>
            </a:p>
          </p:txBody>
        </p:sp>
        <p:sp>
          <p:nvSpPr>
            <p:cNvPr id="56" name="Arc 55">
              <a:extLst>
                <a:ext uri="{FF2B5EF4-FFF2-40B4-BE49-F238E27FC236}">
                  <a16:creationId xmlns:a16="http://schemas.microsoft.com/office/drawing/2014/main" id="{4AE94E06-EC01-CFBF-5861-D996767F6F81}"/>
                </a:ext>
              </a:extLst>
            </p:cNvPr>
            <p:cNvSpPr/>
            <p:nvPr/>
          </p:nvSpPr>
          <p:spPr>
            <a:xfrm rot="15490289">
              <a:off x="8716840" y="2861003"/>
              <a:ext cx="857571" cy="946046"/>
            </a:xfrm>
            <a:prstGeom prst="arc">
              <a:avLst>
                <a:gd name="adj1" fmla="val 16200000"/>
                <a:gd name="adj2" fmla="val 21019505"/>
              </a:avLst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Arc 58">
              <a:extLst>
                <a:ext uri="{FF2B5EF4-FFF2-40B4-BE49-F238E27FC236}">
                  <a16:creationId xmlns:a16="http://schemas.microsoft.com/office/drawing/2014/main" id="{5B04B3BD-B61E-7BC1-5428-0210A6250B7A}"/>
                </a:ext>
              </a:extLst>
            </p:cNvPr>
            <p:cNvSpPr/>
            <p:nvPr/>
          </p:nvSpPr>
          <p:spPr>
            <a:xfrm>
              <a:off x="9160164" y="2884338"/>
              <a:ext cx="1101745" cy="1428208"/>
            </a:xfrm>
            <a:prstGeom prst="arc">
              <a:avLst>
                <a:gd name="adj1" fmla="val 16200000"/>
                <a:gd name="adj2" fmla="val 5204884"/>
              </a:avLst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15FAE53-E638-B0B4-3857-CDC63C5C0F4B}"/>
                </a:ext>
              </a:extLst>
            </p:cNvPr>
            <p:cNvSpPr txBox="1"/>
            <p:nvPr/>
          </p:nvSpPr>
          <p:spPr>
            <a:xfrm>
              <a:off x="8307113" y="2916732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C000"/>
                  </a:solidFill>
                </a:rPr>
                <a:t>h = 1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CECF98F-D9AA-6496-4969-5BFDCFC8964A}"/>
                </a:ext>
              </a:extLst>
            </p:cNvPr>
            <p:cNvSpPr txBox="1"/>
            <p:nvPr/>
          </p:nvSpPr>
          <p:spPr>
            <a:xfrm>
              <a:off x="10175412" y="3788393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C000"/>
                  </a:solidFill>
                </a:rPr>
                <a:t>h = 2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F8A0B81-1DFB-321B-BA12-C358C91FED74}"/>
                </a:ext>
              </a:extLst>
            </p:cNvPr>
            <p:cNvSpPr txBox="1"/>
            <p:nvPr/>
          </p:nvSpPr>
          <p:spPr>
            <a:xfrm>
              <a:off x="9133370" y="3752861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7030A0"/>
                  </a:solidFill>
                </a:rPr>
                <a:t>h = 1</a:t>
              </a:r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B13DCF10-6465-3284-EDA2-ACBEFAE82BC4}"/>
                </a:ext>
              </a:extLst>
            </p:cNvPr>
            <p:cNvSpPr txBox="1"/>
            <p:nvPr/>
          </p:nvSpPr>
          <p:spPr>
            <a:xfrm>
              <a:off x="6906694" y="4351565"/>
              <a:ext cx="18276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overall balanced</a:t>
              </a:r>
            </a:p>
          </p:txBody>
        </p:sp>
      </p:grpSp>
      <p:grpSp>
        <p:nvGrpSpPr>
          <p:cNvPr id="1066" name="Group 1065">
            <a:extLst>
              <a:ext uri="{FF2B5EF4-FFF2-40B4-BE49-F238E27FC236}">
                <a16:creationId xmlns:a16="http://schemas.microsoft.com/office/drawing/2014/main" id="{C0FE3DAA-7C35-9D98-6A02-A2BB42904199}"/>
              </a:ext>
            </a:extLst>
          </p:cNvPr>
          <p:cNvGrpSpPr/>
          <p:nvPr/>
        </p:nvGrpSpPr>
        <p:grpSpPr>
          <a:xfrm>
            <a:off x="1186088" y="1592097"/>
            <a:ext cx="3718421" cy="4031731"/>
            <a:chOff x="1186088" y="1592097"/>
            <a:chExt cx="3718421" cy="4031731"/>
          </a:xfrm>
        </p:grpSpPr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C4541ADE-404A-3BCD-29A2-224B9B485C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76834" y="1592097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27" name="Oval 1026">
              <a:extLst>
                <a:ext uri="{FF2B5EF4-FFF2-40B4-BE49-F238E27FC236}">
                  <a16:creationId xmlns:a16="http://schemas.microsoft.com/office/drawing/2014/main" id="{BBAD1FA9-CEB4-CE05-6444-3EB0B1CB69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34034" y="2232031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342AB858-A84B-A372-8518-7A9B7FA4A2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91234" y="2908780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1029" name="Oval 1028">
              <a:extLst>
                <a:ext uri="{FF2B5EF4-FFF2-40B4-BE49-F238E27FC236}">
                  <a16:creationId xmlns:a16="http://schemas.microsoft.com/office/drawing/2014/main" id="{D265BC61-1CCF-4C12-DCB8-0D2524814A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34034" y="3603888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59BF696A-B100-4880-2520-BC3ECC1ACA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250376" y="3643906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1031" name="Oval 1030">
              <a:extLst>
                <a:ext uri="{FF2B5EF4-FFF2-40B4-BE49-F238E27FC236}">
                  <a16:creationId xmlns:a16="http://schemas.microsoft.com/office/drawing/2014/main" id="{3C123FAD-0F0F-CCEF-2DC0-FA69CB2482F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791234" y="4435702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1032" name="Oval 1031">
              <a:extLst>
                <a:ext uri="{FF2B5EF4-FFF2-40B4-BE49-F238E27FC236}">
                  <a16:creationId xmlns:a16="http://schemas.microsoft.com/office/drawing/2014/main" id="{E4B90240-CB63-3AF8-F1EA-49A93BCD11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01319" y="4434106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6C82CD05-B90C-5DE3-D2D4-8EA37F5D16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58519" y="5166628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7</a:t>
              </a:r>
            </a:p>
          </p:txBody>
        </p:sp>
        <p:cxnSp>
          <p:nvCxnSpPr>
            <p:cNvPr id="1035" name="Straight Arrow Connector 1034">
              <a:extLst>
                <a:ext uri="{FF2B5EF4-FFF2-40B4-BE49-F238E27FC236}">
                  <a16:creationId xmlns:a16="http://schemas.microsoft.com/office/drawing/2014/main" id="{2C171198-B76E-0371-9C25-B4DA0ED6BBF2}"/>
                </a:ext>
              </a:extLst>
            </p:cNvPr>
            <p:cNvCxnSpPr>
              <a:stCxn id="1025" idx="5"/>
              <a:endCxn id="1027" idx="0"/>
            </p:cNvCxnSpPr>
            <p:nvPr/>
          </p:nvCxnSpPr>
          <p:spPr>
            <a:xfrm>
              <a:off x="2267079" y="1982342"/>
              <a:ext cx="295555" cy="2496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Arrow Connector 1036">
              <a:extLst>
                <a:ext uri="{FF2B5EF4-FFF2-40B4-BE49-F238E27FC236}">
                  <a16:creationId xmlns:a16="http://schemas.microsoft.com/office/drawing/2014/main" id="{F25FB3E5-DBC1-EF05-CF59-4499DF7CC2DC}"/>
                </a:ext>
              </a:extLst>
            </p:cNvPr>
            <p:cNvCxnSpPr>
              <a:cxnSpLocks/>
              <a:stCxn id="1027" idx="5"/>
              <a:endCxn id="1028" idx="0"/>
            </p:cNvCxnSpPr>
            <p:nvPr/>
          </p:nvCxnSpPr>
          <p:spPr>
            <a:xfrm>
              <a:off x="2724279" y="2622276"/>
              <a:ext cx="295555" cy="2865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Arrow Connector 1038">
              <a:extLst>
                <a:ext uri="{FF2B5EF4-FFF2-40B4-BE49-F238E27FC236}">
                  <a16:creationId xmlns:a16="http://schemas.microsoft.com/office/drawing/2014/main" id="{87C560B9-0D03-7188-66E4-98D0016868D7}"/>
                </a:ext>
              </a:extLst>
            </p:cNvPr>
            <p:cNvCxnSpPr>
              <a:cxnSpLocks/>
              <a:stCxn id="1028" idx="3"/>
              <a:endCxn id="1029" idx="0"/>
            </p:cNvCxnSpPr>
            <p:nvPr/>
          </p:nvCxnSpPr>
          <p:spPr>
            <a:xfrm flipH="1">
              <a:off x="2562634" y="3299025"/>
              <a:ext cx="295555" cy="3048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2" name="Straight Arrow Connector 1041">
              <a:extLst>
                <a:ext uri="{FF2B5EF4-FFF2-40B4-BE49-F238E27FC236}">
                  <a16:creationId xmlns:a16="http://schemas.microsoft.com/office/drawing/2014/main" id="{28048584-7C5D-B269-A8B0-BD5F29C9F2B0}"/>
                </a:ext>
              </a:extLst>
            </p:cNvPr>
            <p:cNvCxnSpPr>
              <a:cxnSpLocks/>
              <a:stCxn id="1028" idx="5"/>
              <a:endCxn id="1030" idx="0"/>
            </p:cNvCxnSpPr>
            <p:nvPr/>
          </p:nvCxnSpPr>
          <p:spPr>
            <a:xfrm>
              <a:off x="3181479" y="3299025"/>
              <a:ext cx="297497" cy="34488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Arrow Connector 1043">
              <a:extLst>
                <a:ext uri="{FF2B5EF4-FFF2-40B4-BE49-F238E27FC236}">
                  <a16:creationId xmlns:a16="http://schemas.microsoft.com/office/drawing/2014/main" id="{7F8D3F75-CD16-11BF-2A8A-8C4AF5C6C625}"/>
                </a:ext>
              </a:extLst>
            </p:cNvPr>
            <p:cNvCxnSpPr>
              <a:cxnSpLocks/>
              <a:stCxn id="1030" idx="3"/>
              <a:endCxn id="1031" idx="0"/>
            </p:cNvCxnSpPr>
            <p:nvPr/>
          </p:nvCxnSpPr>
          <p:spPr>
            <a:xfrm flipH="1">
              <a:off x="3019834" y="4034151"/>
              <a:ext cx="297497" cy="4015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Arrow Connector 1045">
              <a:extLst>
                <a:ext uri="{FF2B5EF4-FFF2-40B4-BE49-F238E27FC236}">
                  <a16:creationId xmlns:a16="http://schemas.microsoft.com/office/drawing/2014/main" id="{DDC97DAA-82BB-2A33-83E4-95DABD93575D}"/>
                </a:ext>
              </a:extLst>
            </p:cNvPr>
            <p:cNvCxnSpPr>
              <a:cxnSpLocks/>
              <a:stCxn id="1030" idx="5"/>
              <a:endCxn id="1032" idx="0"/>
            </p:cNvCxnSpPr>
            <p:nvPr/>
          </p:nvCxnSpPr>
          <p:spPr>
            <a:xfrm>
              <a:off x="3640621" y="4034151"/>
              <a:ext cx="289298" cy="39995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Arrow Connector 1047">
              <a:extLst>
                <a:ext uri="{FF2B5EF4-FFF2-40B4-BE49-F238E27FC236}">
                  <a16:creationId xmlns:a16="http://schemas.microsoft.com/office/drawing/2014/main" id="{FAF65142-22B3-2485-B327-60E9EF15872C}"/>
                </a:ext>
              </a:extLst>
            </p:cNvPr>
            <p:cNvCxnSpPr>
              <a:cxnSpLocks/>
              <a:stCxn id="1032" idx="5"/>
              <a:endCxn id="1033" idx="0"/>
            </p:cNvCxnSpPr>
            <p:nvPr/>
          </p:nvCxnSpPr>
          <p:spPr>
            <a:xfrm>
              <a:off x="4091564" y="4824351"/>
              <a:ext cx="295555" cy="3422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Arrow Connector 1058">
              <a:extLst>
                <a:ext uri="{FF2B5EF4-FFF2-40B4-BE49-F238E27FC236}">
                  <a16:creationId xmlns:a16="http://schemas.microsoft.com/office/drawing/2014/main" id="{C50CC03B-F759-ED91-B3C0-6C6289FDA8EE}"/>
                </a:ext>
              </a:extLst>
            </p:cNvPr>
            <p:cNvCxnSpPr/>
            <p:nvPr/>
          </p:nvCxnSpPr>
          <p:spPr>
            <a:xfrm>
              <a:off x="2414856" y="1592097"/>
              <a:ext cx="2489653" cy="357453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83536F44-3F69-DA29-0E98-AA706A12878A}"/>
                </a:ext>
              </a:extLst>
            </p:cNvPr>
            <p:cNvSpPr txBox="1"/>
            <p:nvPr/>
          </p:nvSpPr>
          <p:spPr>
            <a:xfrm>
              <a:off x="3766616" y="3053984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FF0000"/>
                  </a:solidFill>
                </a:rPr>
                <a:t>h = 6</a:t>
              </a:r>
            </a:p>
          </p:txBody>
        </p:sp>
        <p:sp>
          <p:nvSpPr>
            <p:cNvPr id="1061" name="TextBox 1060">
              <a:extLst>
                <a:ext uri="{FF2B5EF4-FFF2-40B4-BE49-F238E27FC236}">
                  <a16:creationId xmlns:a16="http://schemas.microsoft.com/office/drawing/2014/main" id="{0F020F29-C437-1B37-92BF-CD58F8166FD3}"/>
                </a:ext>
              </a:extLst>
            </p:cNvPr>
            <p:cNvSpPr txBox="1"/>
            <p:nvPr/>
          </p:nvSpPr>
          <p:spPr>
            <a:xfrm>
              <a:off x="1305894" y="2111176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 = 0</a:t>
              </a:r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A293BC7E-1EA0-9AA8-80B6-322EDD417E24}"/>
                </a:ext>
              </a:extLst>
            </p:cNvPr>
            <p:cNvSpPr txBox="1"/>
            <p:nvPr/>
          </p:nvSpPr>
          <p:spPr>
            <a:xfrm>
              <a:off x="1186088" y="4814111"/>
              <a:ext cx="13756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unbalanced</a:t>
              </a:r>
            </a:p>
          </p:txBody>
        </p:sp>
      </p:grpSp>
      <p:sp>
        <p:nvSpPr>
          <p:cNvPr id="1063" name="TextBox 1062">
            <a:extLst>
              <a:ext uri="{FF2B5EF4-FFF2-40B4-BE49-F238E27FC236}">
                <a16:creationId xmlns:a16="http://schemas.microsoft.com/office/drawing/2014/main" id="{60DE7853-2763-1738-CA8D-A18D3361206B}"/>
              </a:ext>
            </a:extLst>
          </p:cNvPr>
          <p:cNvSpPr txBox="1"/>
          <p:nvPr/>
        </p:nvSpPr>
        <p:spPr>
          <a:xfrm>
            <a:off x="5770445" y="4705113"/>
            <a:ext cx="53912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Balance Factor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BF(X) = height(rightSubTree(X)) – height(leftSubTree(X))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== 0 =&gt; balanced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== 1 =&gt; right heavy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== -1 =&gt; left heavy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&gt; 1 or &lt; -1 =&gt; unbalanced, requires a “rotation”</a:t>
            </a:r>
          </a:p>
        </p:txBody>
      </p:sp>
    </p:spTree>
    <p:extLst>
      <p:ext uri="{BB962C8B-B14F-4D97-AF65-F5344CB8AC3E}">
        <p14:creationId xmlns:p14="http://schemas.microsoft.com/office/powerpoint/2010/main" val="3579186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07B96-0DBF-0110-97B5-AC721DFA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85985B-4AD2-307E-6D68-570565C0A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4DB95-F3A1-3483-A3C2-62D9C8C90E74}"/>
              </a:ext>
            </a:extLst>
          </p:cNvPr>
          <p:cNvSpPr txBox="1"/>
          <p:nvPr/>
        </p:nvSpPr>
        <p:spPr>
          <a:xfrm>
            <a:off x="434322" y="241417"/>
            <a:ext cx="1305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AVL Tree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040E50-C97A-6F27-5461-DA55A07D665B}"/>
              </a:ext>
            </a:extLst>
          </p:cNvPr>
          <p:cNvSpPr txBox="1"/>
          <p:nvPr/>
        </p:nvSpPr>
        <p:spPr>
          <a:xfrm>
            <a:off x="434322" y="905164"/>
            <a:ext cx="113233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AVL Tree is a self-balancing binary tree, where at each operation of insertion and deletion node rotations are</a:t>
            </a:r>
          </a:p>
          <a:p>
            <a:r>
              <a:rPr lang="en-US" dirty="0"/>
              <a:t>applied, to keep the complexity equal to O(log n), i.e. the tree in an overall balanced state.</a:t>
            </a:r>
          </a:p>
          <a:p>
            <a:endParaRPr lang="en-US" dirty="0"/>
          </a:p>
          <a:p>
            <a:r>
              <a:rPr lang="en-US" dirty="0"/>
              <a:t>That is achieved with “rotations”, i.e. a reparenting of a subtree that maintains the correct in-order traversal order,</a:t>
            </a:r>
          </a:p>
          <a:p>
            <a:r>
              <a:rPr lang="en-US" dirty="0"/>
              <a:t>but at the same times reduces the BF to at most a heavy condition.</a:t>
            </a: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7E464EA5-B28A-A577-C909-81CC23A32EDE}"/>
              </a:ext>
            </a:extLst>
          </p:cNvPr>
          <p:cNvGrpSpPr/>
          <p:nvPr/>
        </p:nvGrpSpPr>
        <p:grpSpPr>
          <a:xfrm>
            <a:off x="3375027" y="2815406"/>
            <a:ext cx="2410692" cy="1843145"/>
            <a:chOff x="876408" y="2860964"/>
            <a:chExt cx="2410692" cy="1843145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40D3EEC-AF58-42B2-535A-B97C5AC1AA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00065" y="2860964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DE3E8C2-3A96-A86B-50D4-79D4CEAD5C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33608" y="3567546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DBF3A3B-955E-BC60-7B7D-7807F1CEEE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6408" y="4246909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B4A4DA0-7BBD-58A3-7FB5-53BCC61448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90808" y="4257964"/>
              <a:ext cx="457200" cy="446145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4D21723-7741-43F5-22AD-7394A08101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29900" y="356754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B41FB70-6942-E207-DF83-10FE8968DB75}"/>
                </a:ext>
              </a:extLst>
            </p:cNvPr>
            <p:cNvCxnSpPr>
              <a:cxnSpLocks/>
              <a:stCxn id="4" idx="3"/>
              <a:endCxn id="5" idx="7"/>
            </p:cNvCxnSpPr>
            <p:nvPr/>
          </p:nvCxnSpPr>
          <p:spPr>
            <a:xfrm flipH="1">
              <a:off x="1723853" y="3251209"/>
              <a:ext cx="443167" cy="38329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362D271-4A15-7066-B58C-034F13131863}"/>
                </a:ext>
              </a:extLst>
            </p:cNvPr>
            <p:cNvCxnSpPr>
              <a:stCxn id="5" idx="3"/>
              <a:endCxn id="8" idx="0"/>
            </p:cNvCxnSpPr>
            <p:nvPr/>
          </p:nvCxnSpPr>
          <p:spPr>
            <a:xfrm flipH="1">
              <a:off x="1105008" y="3957791"/>
              <a:ext cx="295555" cy="2891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1EC8F2C-0F1F-367E-B44D-1A421787205E}"/>
                </a:ext>
              </a:extLst>
            </p:cNvPr>
            <p:cNvCxnSpPr>
              <a:stCxn id="5" idx="5"/>
              <a:endCxn id="9" idx="0"/>
            </p:cNvCxnSpPr>
            <p:nvPr/>
          </p:nvCxnSpPr>
          <p:spPr>
            <a:xfrm>
              <a:off x="1723853" y="3957791"/>
              <a:ext cx="295555" cy="3001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26E1CC80-8EA0-D3DB-878D-670A4312F512}"/>
                </a:ext>
              </a:extLst>
            </p:cNvPr>
            <p:cNvCxnSpPr>
              <a:stCxn id="4" idx="5"/>
              <a:endCxn id="11" idx="1"/>
            </p:cNvCxnSpPr>
            <p:nvPr/>
          </p:nvCxnSpPr>
          <p:spPr>
            <a:xfrm>
              <a:off x="2490310" y="3251209"/>
              <a:ext cx="406545" cy="3832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1" name="Group 1050">
            <a:extLst>
              <a:ext uri="{FF2B5EF4-FFF2-40B4-BE49-F238E27FC236}">
                <a16:creationId xmlns:a16="http://schemas.microsoft.com/office/drawing/2014/main" id="{CA0BA535-F9BF-DE7B-AA26-1D794AA5DB57}"/>
              </a:ext>
            </a:extLst>
          </p:cNvPr>
          <p:cNvGrpSpPr/>
          <p:nvPr/>
        </p:nvGrpSpPr>
        <p:grpSpPr>
          <a:xfrm>
            <a:off x="6837218" y="2805950"/>
            <a:ext cx="2182092" cy="1980391"/>
            <a:chOff x="5285823" y="2886884"/>
            <a:chExt cx="2182092" cy="1980391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955502A4-2D95-1389-25A1-64A7AD5DCE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13764" y="2886884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8CFF9FA-61B4-6656-AD45-D045D24B40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53515" y="3554615"/>
              <a:ext cx="457200" cy="4572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37F2C30-7146-843C-AFB3-1A354C8EC5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092859" y="4410075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87D1ADF-43F1-14DB-2E32-B00B630B2C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10715" y="4381443"/>
              <a:ext cx="457200" cy="44614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406881BC-8D82-5856-88A4-B4EE45B69E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85823" y="3567546"/>
              <a:ext cx="457200" cy="457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C618C2CB-726A-69FD-7E61-15359417F33F}"/>
                </a:ext>
              </a:extLst>
            </p:cNvPr>
            <p:cNvCxnSpPr>
              <a:cxnSpLocks/>
              <a:stCxn id="33" idx="5"/>
              <a:endCxn id="35" idx="0"/>
            </p:cNvCxnSpPr>
            <p:nvPr/>
          </p:nvCxnSpPr>
          <p:spPr>
            <a:xfrm>
              <a:off x="6404009" y="3277129"/>
              <a:ext cx="378106" cy="2774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714056D-685E-A50C-187D-5F4EE9B11EFD}"/>
                </a:ext>
              </a:extLst>
            </p:cNvPr>
            <p:cNvCxnSpPr>
              <a:stCxn id="35" idx="3"/>
              <a:endCxn id="37" idx="0"/>
            </p:cNvCxnSpPr>
            <p:nvPr/>
          </p:nvCxnSpPr>
          <p:spPr>
            <a:xfrm flipH="1">
              <a:off x="6321459" y="3944860"/>
              <a:ext cx="299011" cy="46521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377199AE-4F14-6E52-C9F9-5DBDFB3B8A2F}"/>
                </a:ext>
              </a:extLst>
            </p:cNvPr>
            <p:cNvCxnSpPr>
              <a:stCxn id="35" idx="5"/>
              <a:endCxn id="39" idx="0"/>
            </p:cNvCxnSpPr>
            <p:nvPr/>
          </p:nvCxnSpPr>
          <p:spPr>
            <a:xfrm>
              <a:off x="6943760" y="3944860"/>
              <a:ext cx="295555" cy="4365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A1988BD2-1E5F-8692-9077-DCD00693A041}"/>
                </a:ext>
              </a:extLst>
            </p:cNvPr>
            <p:cNvCxnSpPr>
              <a:cxnSpLocks/>
              <a:stCxn id="33" idx="3"/>
              <a:endCxn id="40" idx="7"/>
            </p:cNvCxnSpPr>
            <p:nvPr/>
          </p:nvCxnSpPr>
          <p:spPr>
            <a:xfrm flipH="1">
              <a:off x="5676068" y="3277129"/>
              <a:ext cx="404651" cy="3573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2" name="Down Arrow 1051">
            <a:extLst>
              <a:ext uri="{FF2B5EF4-FFF2-40B4-BE49-F238E27FC236}">
                <a16:creationId xmlns:a16="http://schemas.microsoft.com/office/drawing/2014/main" id="{2499CECD-A577-31DF-E92B-B36F5D8FD8B6}"/>
              </a:ext>
            </a:extLst>
          </p:cNvPr>
          <p:cNvSpPr/>
          <p:nvPr/>
        </p:nvSpPr>
        <p:spPr>
          <a:xfrm rot="16200000">
            <a:off x="6327037" y="3616896"/>
            <a:ext cx="278191" cy="1204980"/>
          </a:xfrm>
          <a:prstGeom prst="down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ROTATE RIGHT</a:t>
            </a:r>
          </a:p>
        </p:txBody>
      </p:sp>
      <p:sp>
        <p:nvSpPr>
          <p:cNvPr id="1080" name="Down Arrow 1079">
            <a:extLst>
              <a:ext uri="{FF2B5EF4-FFF2-40B4-BE49-F238E27FC236}">
                <a16:creationId xmlns:a16="http://schemas.microsoft.com/office/drawing/2014/main" id="{2FE3DC07-BA56-2671-966C-10FD8EA8FD54}"/>
              </a:ext>
            </a:extLst>
          </p:cNvPr>
          <p:cNvSpPr/>
          <p:nvPr/>
        </p:nvSpPr>
        <p:spPr>
          <a:xfrm rot="5400000">
            <a:off x="6249113" y="4012115"/>
            <a:ext cx="278191" cy="1204980"/>
          </a:xfrm>
          <a:prstGeom prst="down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ROTATE LEFT</a:t>
            </a:r>
          </a:p>
        </p:txBody>
      </p:sp>
    </p:spTree>
    <p:extLst>
      <p:ext uri="{BB962C8B-B14F-4D97-AF65-F5344CB8AC3E}">
        <p14:creationId xmlns:p14="http://schemas.microsoft.com/office/powerpoint/2010/main" val="320942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0A441-20C9-713C-658E-67F890273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8E7FF0-0B27-93A5-A3D7-9B80B7AC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05C4B7-A491-8AB2-F1B0-5B1FA08BC882}"/>
              </a:ext>
            </a:extLst>
          </p:cNvPr>
          <p:cNvSpPr txBox="1"/>
          <p:nvPr/>
        </p:nvSpPr>
        <p:spPr>
          <a:xfrm>
            <a:off x="434322" y="255292"/>
            <a:ext cx="4117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to fix an unbalanced tree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DF433D-C368-883F-0D3C-B346A03FB7E9}"/>
              </a:ext>
            </a:extLst>
          </p:cNvPr>
          <p:cNvSpPr txBox="1"/>
          <p:nvPr/>
        </p:nvSpPr>
        <p:spPr>
          <a:xfrm>
            <a:off x="434322" y="905164"/>
            <a:ext cx="1022049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AVL can unbalance in 4 ways: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Left-Left (LL): the unbalanced node and its left child node are both left-heavy</a:t>
            </a:r>
          </a:p>
          <a:p>
            <a:r>
              <a:rPr lang="en-US" dirty="0"/>
              <a:t>	=&gt; single right rotation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Right-Right (RR): the unbalanced node and its right child node are both right-heavy</a:t>
            </a:r>
          </a:p>
          <a:p>
            <a:r>
              <a:rPr lang="en-US" dirty="0"/>
              <a:t>	=&gt; single left rotation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Left-Right (LR): the unbalanced node is left-heavy and its left child node is right-heavy</a:t>
            </a:r>
          </a:p>
          <a:p>
            <a:r>
              <a:rPr lang="en-US" dirty="0"/>
              <a:t>	=&gt; first a left rotation of the left child node, and then a right rotation of the unbalanced node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Right-Left (RL): the unbalanced node is right-heavy and its left child node is left-heavy</a:t>
            </a:r>
          </a:p>
          <a:p>
            <a:r>
              <a:rPr lang="en-US" dirty="0"/>
              <a:t>	=&gt; first a right rotation of the right child node, and then a left rotation of the unbalanced node</a:t>
            </a:r>
          </a:p>
        </p:txBody>
      </p:sp>
    </p:spTree>
    <p:extLst>
      <p:ext uri="{BB962C8B-B14F-4D97-AF65-F5344CB8AC3E}">
        <p14:creationId xmlns:p14="http://schemas.microsoft.com/office/powerpoint/2010/main" val="3145251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7B04-D7B0-9D48-7CEF-E4557CEF8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26577F-4529-96C4-8F12-5E4227484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943BB6-000E-E48F-68A7-68FBD0C0F892}"/>
              </a:ext>
            </a:extLst>
          </p:cNvPr>
          <p:cNvSpPr txBox="1"/>
          <p:nvPr/>
        </p:nvSpPr>
        <p:spPr>
          <a:xfrm>
            <a:off x="354955" y="101722"/>
            <a:ext cx="1308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Left-Left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D6E391A-DC9F-A5E0-2DCE-7D524F5886B4}"/>
              </a:ext>
            </a:extLst>
          </p:cNvPr>
          <p:cNvSpPr txBox="1"/>
          <p:nvPr/>
        </p:nvSpPr>
        <p:spPr>
          <a:xfrm>
            <a:off x="7453745" y="563387"/>
            <a:ext cx="44747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unbalanced node and its left child node</a:t>
            </a:r>
          </a:p>
          <a:p>
            <a:r>
              <a:rPr lang="en-US" dirty="0"/>
              <a:t>are both left-heavy</a:t>
            </a:r>
          </a:p>
          <a:p>
            <a:endParaRPr lang="en-US" dirty="0"/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single right rotation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969B1D-5D02-FBD7-2209-BC291C215E9F}"/>
              </a:ext>
            </a:extLst>
          </p:cNvPr>
          <p:cNvGrpSpPr/>
          <p:nvPr/>
        </p:nvGrpSpPr>
        <p:grpSpPr>
          <a:xfrm>
            <a:off x="843461" y="626574"/>
            <a:ext cx="5611090" cy="2138760"/>
            <a:chOff x="843461" y="626574"/>
            <a:chExt cx="5611090" cy="213876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BBBF5F4-D60D-CAFD-1B82-445DAEE65EED}"/>
                </a:ext>
              </a:extLst>
            </p:cNvPr>
            <p:cNvGrpSpPr/>
            <p:nvPr/>
          </p:nvGrpSpPr>
          <p:grpSpPr>
            <a:xfrm>
              <a:off x="843461" y="645210"/>
              <a:ext cx="914400" cy="1382294"/>
              <a:chOff x="1389048" y="915876"/>
              <a:chExt cx="914400" cy="138229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775F3F2-9FF0-C7C1-8452-376C90F05B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46248" y="116209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D87AD80-E900-E0CD-95D8-8B94815AE9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89048" y="184097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P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4264F795-4B8A-009C-34B9-850DE8A78058}"/>
                  </a:ext>
                </a:extLst>
              </p:cNvPr>
              <p:cNvCxnSpPr>
                <a:stCxn id="4" idx="3"/>
                <a:endCxn id="5" idx="0"/>
              </p:cNvCxnSpPr>
              <p:nvPr/>
            </p:nvCxnSpPr>
            <p:spPr>
              <a:xfrm flipH="1">
                <a:off x="1617648" y="1552342"/>
                <a:ext cx="295555" cy="2886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0721FB-32BF-A380-9B8B-853756892A58}"/>
                  </a:ext>
                </a:extLst>
              </p:cNvPr>
              <p:cNvSpPr txBox="1"/>
              <p:nvPr/>
            </p:nvSpPr>
            <p:spPr>
              <a:xfrm>
                <a:off x="1926410" y="915876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EB90338-5CB3-13F7-F25E-AF78C717C1DA}"/>
                  </a:ext>
                </a:extLst>
              </p:cNvPr>
              <p:cNvSpPr txBox="1"/>
              <p:nvPr/>
            </p:nvSpPr>
            <p:spPr>
              <a:xfrm>
                <a:off x="1437334" y="1619297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51754BE-3ECD-A04F-12D8-9656F5578706}"/>
                </a:ext>
              </a:extLst>
            </p:cNvPr>
            <p:cNvGrpSpPr/>
            <p:nvPr/>
          </p:nvGrpSpPr>
          <p:grpSpPr>
            <a:xfrm>
              <a:off x="5067188" y="891430"/>
              <a:ext cx="1387363" cy="1348732"/>
              <a:chOff x="4024120" y="1123967"/>
              <a:chExt cx="1387363" cy="1348732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D4BB897-FE34-40D4-4AEA-3EA594DC7A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97083" y="134062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5D7BE4A-2BC4-B033-AB3D-C384B0AEAE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38600" y="201549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FF29F89-C934-ABE9-9CDC-B3700A3D37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54283" y="201549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B06F61B-E89D-5258-27B8-07DFA5BADBDA}"/>
                  </a:ext>
                </a:extLst>
              </p:cNvPr>
              <p:cNvCxnSpPr>
                <a:stCxn id="23" idx="3"/>
                <a:endCxn id="24" idx="0"/>
              </p:cNvCxnSpPr>
              <p:nvPr/>
            </p:nvCxnSpPr>
            <p:spPr>
              <a:xfrm flipH="1">
                <a:off x="4267200" y="1730870"/>
                <a:ext cx="296838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2CC96468-8370-9C17-26AA-66D88C096730}"/>
                  </a:ext>
                </a:extLst>
              </p:cNvPr>
              <p:cNvCxnSpPr>
                <a:stCxn id="23" idx="5"/>
                <a:endCxn id="25" idx="0"/>
              </p:cNvCxnSpPr>
              <p:nvPr/>
            </p:nvCxnSpPr>
            <p:spPr>
              <a:xfrm>
                <a:off x="4887328" y="1730870"/>
                <a:ext cx="295555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A9519F3-F5BA-3F7D-6131-D13359355480}"/>
                  </a:ext>
                </a:extLst>
              </p:cNvPr>
              <p:cNvSpPr txBox="1"/>
              <p:nvPr/>
            </p:nvSpPr>
            <p:spPr>
              <a:xfrm>
                <a:off x="4024120" y="178960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3E074E-B3B2-3C9F-5849-C247B2352641}"/>
                  </a:ext>
                </a:extLst>
              </p:cNvPr>
              <p:cNvSpPr txBox="1"/>
              <p:nvPr/>
            </p:nvSpPr>
            <p:spPr>
              <a:xfrm>
                <a:off x="4598885" y="1123967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EDF91A0-211A-F3D5-DF78-A51E5D57CB2A}"/>
                  </a:ext>
                </a:extLst>
              </p:cNvPr>
              <p:cNvSpPr txBox="1"/>
              <p:nvPr/>
            </p:nvSpPr>
            <p:spPr>
              <a:xfrm>
                <a:off x="5123040" y="1783552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sp>
          <p:nvSpPr>
            <p:cNvPr id="35" name="Down Arrow 34">
              <a:extLst>
                <a:ext uri="{FF2B5EF4-FFF2-40B4-BE49-F238E27FC236}">
                  <a16:creationId xmlns:a16="http://schemas.microsoft.com/office/drawing/2014/main" id="{C555A427-9551-EF8A-4F29-647BBA355B8F}"/>
                </a:ext>
              </a:extLst>
            </p:cNvPr>
            <p:cNvSpPr/>
            <p:nvPr/>
          </p:nvSpPr>
          <p:spPr>
            <a:xfrm rot="16200000">
              <a:off x="4058017" y="1166716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RIGHT</a:t>
              </a:r>
            </a:p>
          </p:txBody>
        </p: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1E7F1A3F-7169-E542-E258-CC7229F0491D}"/>
                </a:ext>
              </a:extLst>
            </p:cNvPr>
            <p:cNvGrpSpPr/>
            <p:nvPr/>
          </p:nvGrpSpPr>
          <p:grpSpPr>
            <a:xfrm>
              <a:off x="2034951" y="626574"/>
              <a:ext cx="1505138" cy="2138760"/>
              <a:chOff x="2034951" y="626574"/>
              <a:chExt cx="1505138" cy="213876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FCF2F446-D68D-171F-7E59-0304954F72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49351" y="89143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75353A7-851A-42B1-8AD6-2830902B9C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2151" y="159485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C8A2740-24D5-4AC1-E823-E4EA97249A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34951" y="230813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2F2BD1B-D16E-1822-412E-59D98DAEABB9}"/>
                  </a:ext>
                </a:extLst>
              </p:cNvPr>
              <p:cNvCxnSpPr>
                <a:stCxn id="13" idx="3"/>
                <a:endCxn id="14" idx="0"/>
              </p:cNvCxnSpPr>
              <p:nvPr/>
            </p:nvCxnSpPr>
            <p:spPr>
              <a:xfrm flipH="1">
                <a:off x="2720751" y="1281676"/>
                <a:ext cx="295555" cy="3131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4C4BDEE2-29C2-7A58-47DE-8E851CA89128}"/>
                  </a:ext>
                </a:extLst>
              </p:cNvPr>
              <p:cNvCxnSpPr>
                <a:stCxn id="14" idx="3"/>
                <a:endCxn id="15" idx="0"/>
              </p:cNvCxnSpPr>
              <p:nvPr/>
            </p:nvCxnSpPr>
            <p:spPr>
              <a:xfrm flipH="1">
                <a:off x="2263551" y="1985097"/>
                <a:ext cx="295555" cy="3230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70E480-C046-DC19-26A7-B7723028AF99}"/>
                  </a:ext>
                </a:extLst>
              </p:cNvPr>
              <p:cNvSpPr txBox="1"/>
              <p:nvPr/>
            </p:nvSpPr>
            <p:spPr>
              <a:xfrm>
                <a:off x="3029513" y="645209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>
                    <a:solidFill>
                      <a:srgbClr val="FF0000"/>
                    </a:solidFill>
                  </a:rPr>
                  <a:t>-2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E4B83B8-07A2-7D9F-C23D-10B40CBD8076}"/>
                  </a:ext>
                </a:extLst>
              </p:cNvPr>
              <p:cNvSpPr txBox="1"/>
              <p:nvPr/>
            </p:nvSpPr>
            <p:spPr>
              <a:xfrm>
                <a:off x="2458013" y="1383890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68AB60A-8E09-9B76-1F4B-E32049A55612}"/>
                  </a:ext>
                </a:extLst>
              </p:cNvPr>
              <p:cNvSpPr txBox="1"/>
              <p:nvPr/>
            </p:nvSpPr>
            <p:spPr>
              <a:xfrm>
                <a:off x="2066657" y="2061913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40" name="Arc 139">
                <a:extLst>
                  <a:ext uri="{FF2B5EF4-FFF2-40B4-BE49-F238E27FC236}">
                    <a16:creationId xmlns:a16="http://schemas.microsoft.com/office/drawing/2014/main" id="{7E14CE9C-CE19-5FA3-722C-755A7F7727A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172755">
                <a:off x="2808569" y="626574"/>
                <a:ext cx="731520" cy="731520"/>
              </a:xfrm>
              <a:prstGeom prst="arc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6725F23-2FB7-ADFC-2BF8-E1496D66D158}"/>
              </a:ext>
            </a:extLst>
          </p:cNvPr>
          <p:cNvGrpSpPr/>
          <p:nvPr/>
        </p:nvGrpSpPr>
        <p:grpSpPr>
          <a:xfrm>
            <a:off x="576661" y="2991085"/>
            <a:ext cx="10554199" cy="2798292"/>
            <a:chOff x="576661" y="2991085"/>
            <a:chExt cx="10554199" cy="279829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6951046-E73B-5F18-11F8-05F484AD046B}"/>
                </a:ext>
              </a:extLst>
            </p:cNvPr>
            <p:cNvGrpSpPr/>
            <p:nvPr/>
          </p:nvGrpSpPr>
          <p:grpSpPr>
            <a:xfrm>
              <a:off x="576661" y="3242528"/>
              <a:ext cx="1387363" cy="2023606"/>
              <a:chOff x="7298629" y="1246570"/>
              <a:chExt cx="1387363" cy="2023606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FE9E309F-2969-1199-0BBD-B46E91EAAE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71592" y="146322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6B38B31A-B872-3399-A595-D9D4764889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313109" y="213810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39B63581-B378-58E5-8FF4-A811345BF3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28792" y="213810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CC9B0FB6-F1D6-597F-CC48-4417CF382AAA}"/>
                  </a:ext>
                </a:extLst>
              </p:cNvPr>
              <p:cNvCxnSpPr>
                <a:stCxn id="37" idx="3"/>
                <a:endCxn id="38" idx="0"/>
              </p:cNvCxnSpPr>
              <p:nvPr/>
            </p:nvCxnSpPr>
            <p:spPr>
              <a:xfrm flipH="1">
                <a:off x="7541709" y="1853473"/>
                <a:ext cx="296838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5A01450-50C9-3E58-D934-68576EAA1385}"/>
                  </a:ext>
                </a:extLst>
              </p:cNvPr>
              <p:cNvCxnSpPr>
                <a:stCxn id="37" idx="5"/>
                <a:endCxn id="39" idx="0"/>
              </p:cNvCxnSpPr>
              <p:nvPr/>
            </p:nvCxnSpPr>
            <p:spPr>
              <a:xfrm>
                <a:off x="8161837" y="1853473"/>
                <a:ext cx="295555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CC62F5B-497E-6991-C4B5-23AB6999CD97}"/>
                  </a:ext>
                </a:extLst>
              </p:cNvPr>
              <p:cNvSpPr txBox="1"/>
              <p:nvPr/>
            </p:nvSpPr>
            <p:spPr>
              <a:xfrm>
                <a:off x="7298629" y="1912208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D05DBE-C2C7-3204-328C-EB686940EEA4}"/>
                  </a:ext>
                </a:extLst>
              </p:cNvPr>
              <p:cNvSpPr txBox="1"/>
              <p:nvPr/>
            </p:nvSpPr>
            <p:spPr>
              <a:xfrm>
                <a:off x="7873394" y="1246570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E500232-CC3D-5A80-03BC-CCB908666589}"/>
                  </a:ext>
                </a:extLst>
              </p:cNvPr>
              <p:cNvSpPr txBox="1"/>
              <p:nvPr/>
            </p:nvSpPr>
            <p:spPr>
              <a:xfrm>
                <a:off x="8397549" y="190615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DD29F1A8-5A98-C6DA-797C-B05456DBD0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65900" y="281297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L</a:t>
                </a:r>
              </a:p>
            </p:txBody>
          </p: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9624AA4-7AB2-72E6-2D41-1B9736E159EC}"/>
                  </a:ext>
                </a:extLst>
              </p:cNvPr>
              <p:cNvCxnSpPr>
                <a:stCxn id="38" idx="5"/>
                <a:endCxn id="45" idx="0"/>
              </p:cNvCxnSpPr>
              <p:nvPr/>
            </p:nvCxnSpPr>
            <p:spPr>
              <a:xfrm>
                <a:off x="7703354" y="2528347"/>
                <a:ext cx="291146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3A7CF17-CF59-A4C7-42D1-AC7C53C843E4}"/>
                  </a:ext>
                </a:extLst>
              </p:cNvPr>
              <p:cNvSpPr txBox="1"/>
              <p:nvPr/>
            </p:nvSpPr>
            <p:spPr>
              <a:xfrm>
                <a:off x="7930248" y="2595302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BB04857-D3FC-F133-EBA6-B3850C5C6F87}"/>
                </a:ext>
              </a:extLst>
            </p:cNvPr>
            <p:cNvGrpSpPr/>
            <p:nvPr/>
          </p:nvGrpSpPr>
          <p:grpSpPr>
            <a:xfrm>
              <a:off x="2645865" y="3201077"/>
              <a:ext cx="1844563" cy="2026813"/>
              <a:chOff x="2604913" y="3658886"/>
              <a:chExt cx="1844563" cy="2026813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0FCF3507-0AB7-E991-CEE5-B8A72293C2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35076" y="387554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21BE024F-2269-E869-919E-D44D656469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76593" y="455041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9DAA945E-50DA-5696-9A03-B2C9486D01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92276" y="455041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35FFDAD9-7D24-5FE0-B22B-4968BB983762}"/>
                  </a:ext>
                </a:extLst>
              </p:cNvPr>
              <p:cNvCxnSpPr>
                <a:stCxn id="51" idx="3"/>
                <a:endCxn id="52" idx="0"/>
              </p:cNvCxnSpPr>
              <p:nvPr/>
            </p:nvCxnSpPr>
            <p:spPr>
              <a:xfrm flipH="1">
                <a:off x="3305193" y="4265789"/>
                <a:ext cx="296838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B5B4D614-E5BB-8F92-8698-F5BA8B24EA5D}"/>
                  </a:ext>
                </a:extLst>
              </p:cNvPr>
              <p:cNvCxnSpPr>
                <a:stCxn id="51" idx="5"/>
                <a:endCxn id="53" idx="0"/>
              </p:cNvCxnSpPr>
              <p:nvPr/>
            </p:nvCxnSpPr>
            <p:spPr>
              <a:xfrm>
                <a:off x="3925321" y="4265789"/>
                <a:ext cx="295555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A9749DB-A1AA-6BC7-0A2E-F0D0E712AAA1}"/>
                  </a:ext>
                </a:extLst>
              </p:cNvPr>
              <p:cNvSpPr txBox="1"/>
              <p:nvPr/>
            </p:nvSpPr>
            <p:spPr>
              <a:xfrm>
                <a:off x="3062113" y="4324524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D6A5B17-6159-8BD2-965D-01CF4FAC5CA2}"/>
                  </a:ext>
                </a:extLst>
              </p:cNvPr>
              <p:cNvSpPr txBox="1"/>
              <p:nvPr/>
            </p:nvSpPr>
            <p:spPr>
              <a:xfrm>
                <a:off x="3636878" y="3658886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65AD899-411E-A6C1-42A4-B8C3F5EDB18F}"/>
                  </a:ext>
                </a:extLst>
              </p:cNvPr>
              <p:cNvSpPr txBox="1"/>
              <p:nvPr/>
            </p:nvSpPr>
            <p:spPr>
              <a:xfrm>
                <a:off x="4161033" y="4318471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85ACB20-4513-FB87-71C4-067E87B2BC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29384" y="522529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L</a:t>
                </a: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9BBFC8E8-9C51-1243-1B55-B992422F2759}"/>
                  </a:ext>
                </a:extLst>
              </p:cNvPr>
              <p:cNvCxnSpPr>
                <a:stCxn id="52" idx="5"/>
                <a:endCxn id="59" idx="0"/>
              </p:cNvCxnSpPr>
              <p:nvPr/>
            </p:nvCxnSpPr>
            <p:spPr>
              <a:xfrm>
                <a:off x="3466838" y="4940663"/>
                <a:ext cx="291146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44AA18C-D5DD-7DD9-75C5-79FFD11EB88F}"/>
                  </a:ext>
                </a:extLst>
              </p:cNvPr>
              <p:cNvSpPr txBox="1"/>
              <p:nvPr/>
            </p:nvSpPr>
            <p:spPr>
              <a:xfrm>
                <a:off x="3693732" y="5001317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9144E3B-1301-BEAD-398D-FA635C30AE7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04913" y="522849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0EDA8D13-D588-020E-0C73-3AAD9E61CB60}"/>
                  </a:ext>
                </a:extLst>
              </p:cNvPr>
              <p:cNvCxnSpPr>
                <a:stCxn id="52" idx="3"/>
                <a:endCxn id="62" idx="0"/>
              </p:cNvCxnSpPr>
              <p:nvPr/>
            </p:nvCxnSpPr>
            <p:spPr>
              <a:xfrm flipH="1">
                <a:off x="2833513" y="4940663"/>
                <a:ext cx="310035" cy="2878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B816DA5-315A-5F61-AD7E-6A4E83ED8D8B}"/>
                  </a:ext>
                </a:extLst>
              </p:cNvPr>
              <p:cNvSpPr txBox="1"/>
              <p:nvPr/>
            </p:nvSpPr>
            <p:spPr>
              <a:xfrm>
                <a:off x="2641091" y="4975922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sp>
          <p:nvSpPr>
            <p:cNvPr id="87" name="Down Arrow 86">
              <a:extLst>
                <a:ext uri="{FF2B5EF4-FFF2-40B4-BE49-F238E27FC236}">
                  <a16:creationId xmlns:a16="http://schemas.microsoft.com/office/drawing/2014/main" id="{93F47EA5-436A-C214-64C5-153B94C6CDAB}"/>
                </a:ext>
              </a:extLst>
            </p:cNvPr>
            <p:cNvSpPr/>
            <p:nvPr/>
          </p:nvSpPr>
          <p:spPr>
            <a:xfrm rot="16200000">
              <a:off x="7820704" y="3905283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RIGHT</a:t>
              </a: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8FBC1470-9E11-EFE8-A8C0-DDCF9655C0F1}"/>
                </a:ext>
              </a:extLst>
            </p:cNvPr>
            <p:cNvGrpSpPr/>
            <p:nvPr/>
          </p:nvGrpSpPr>
          <p:grpSpPr>
            <a:xfrm>
              <a:off x="8844860" y="3201077"/>
              <a:ext cx="2286000" cy="2256636"/>
              <a:chOff x="8839624" y="3684150"/>
              <a:chExt cx="2286000" cy="2256636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8FA49690-51BC-7768-B9DC-A6FD441ACE5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11224" y="470999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2141DC07-18CB-9821-FB58-07ECC8E937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54024" y="393037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D9B22959-E327-23C7-D8DE-50B4FFDF44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68424" y="543547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F1469B4-E3E0-DF14-455C-3A7B94C403B9}"/>
                  </a:ext>
                </a:extLst>
              </p:cNvPr>
              <p:cNvSpPr txBox="1"/>
              <p:nvPr/>
            </p:nvSpPr>
            <p:spPr>
              <a:xfrm>
                <a:off x="9855402" y="3684150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CE94A962-6A6E-A03C-EE13-324AA184AB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87502" y="548358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L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34958A63-75D7-92D7-E8EF-987E39203A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96824" y="469337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6A2A5F6B-7C20-CB24-B836-006892105D9D}"/>
                  </a:ext>
                </a:extLst>
              </p:cNvPr>
              <p:cNvCxnSpPr>
                <a:stCxn id="93" idx="3"/>
                <a:endCxn id="102" idx="0"/>
              </p:cNvCxnSpPr>
              <p:nvPr/>
            </p:nvCxnSpPr>
            <p:spPr>
              <a:xfrm flipH="1">
                <a:off x="9525424" y="4320616"/>
                <a:ext cx="295555" cy="3727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3C7A2AE2-CBEF-AB09-8B26-E59DE8CDBA02}"/>
                  </a:ext>
                </a:extLst>
              </p:cNvPr>
              <p:cNvSpPr txBox="1"/>
              <p:nvPr/>
            </p:nvSpPr>
            <p:spPr>
              <a:xfrm>
                <a:off x="9229869" y="4498748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A1FA7D5E-F32D-3185-92E8-4A1A8183CB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839624" y="543483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CBC14CFD-FBF3-E351-308E-80DCBDBEC5E8}"/>
                  </a:ext>
                </a:extLst>
              </p:cNvPr>
              <p:cNvCxnSpPr>
                <a:stCxn id="102" idx="3"/>
                <a:endCxn id="105" idx="0"/>
              </p:cNvCxnSpPr>
              <p:nvPr/>
            </p:nvCxnSpPr>
            <p:spPr>
              <a:xfrm flipH="1">
                <a:off x="9068224" y="5083619"/>
                <a:ext cx="295555" cy="3512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2F076267-D8D8-C6A4-6AD0-D19B8D68B447}"/>
                  </a:ext>
                </a:extLst>
              </p:cNvPr>
              <p:cNvSpPr txBox="1"/>
              <p:nvPr/>
            </p:nvSpPr>
            <p:spPr>
              <a:xfrm>
                <a:off x="8843464" y="5188616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cxnSp>
            <p:nvCxnSpPr>
              <p:cNvPr id="118" name="Straight Arrow Connector 117">
                <a:extLst>
                  <a:ext uri="{FF2B5EF4-FFF2-40B4-BE49-F238E27FC236}">
                    <a16:creationId xmlns:a16="http://schemas.microsoft.com/office/drawing/2014/main" id="{3E43E64B-DFFD-FD55-8C06-5ECBEC8A829B}"/>
                  </a:ext>
                </a:extLst>
              </p:cNvPr>
              <p:cNvCxnSpPr>
                <a:stCxn id="92" idx="3"/>
                <a:endCxn id="99" idx="0"/>
              </p:cNvCxnSpPr>
              <p:nvPr/>
            </p:nvCxnSpPr>
            <p:spPr>
              <a:xfrm flipH="1">
                <a:off x="10016102" y="5100236"/>
                <a:ext cx="262077" cy="3833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F26C5C97-C61D-D6AD-0A35-8AEE839B84F2}"/>
                  </a:ext>
                </a:extLst>
              </p:cNvPr>
              <p:cNvCxnSpPr>
                <a:cxnSpLocks/>
                <a:stCxn id="92" idx="5"/>
                <a:endCxn id="94" idx="0"/>
              </p:cNvCxnSpPr>
              <p:nvPr/>
            </p:nvCxnSpPr>
            <p:spPr>
              <a:xfrm>
                <a:off x="10601469" y="5100236"/>
                <a:ext cx="295555" cy="3352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31FA1805-EE40-54BC-D700-BA598174A476}"/>
                  </a:ext>
                </a:extLst>
              </p:cNvPr>
              <p:cNvCxnSpPr>
                <a:stCxn id="93" idx="5"/>
                <a:endCxn id="92" idx="0"/>
              </p:cNvCxnSpPr>
              <p:nvPr/>
            </p:nvCxnSpPr>
            <p:spPr>
              <a:xfrm>
                <a:off x="10144269" y="4320616"/>
                <a:ext cx="295555" cy="3893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28FCD2CF-7911-216A-8A1C-5A267FE78719}"/>
                  </a:ext>
                </a:extLst>
              </p:cNvPr>
              <p:cNvSpPr txBox="1"/>
              <p:nvPr/>
            </p:nvSpPr>
            <p:spPr>
              <a:xfrm>
                <a:off x="10379981" y="4498748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0E48B5AE-094E-72AF-4DFC-A64F63D2BEDF}"/>
                  </a:ext>
                </a:extLst>
              </p:cNvPr>
              <p:cNvSpPr txBox="1"/>
              <p:nvPr/>
            </p:nvSpPr>
            <p:spPr>
              <a:xfrm>
                <a:off x="9762506" y="5273684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2EB566C3-4E4A-5A3D-7C4F-F0AB1C6509F9}"/>
                  </a:ext>
                </a:extLst>
              </p:cNvPr>
              <p:cNvSpPr txBox="1"/>
              <p:nvPr/>
            </p:nvSpPr>
            <p:spPr>
              <a:xfrm>
                <a:off x="10868188" y="523736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DF0EC21C-2E3A-33B4-5FE9-CC1119A81E32}"/>
                </a:ext>
              </a:extLst>
            </p:cNvPr>
            <p:cNvGrpSpPr/>
            <p:nvPr/>
          </p:nvGrpSpPr>
          <p:grpSpPr>
            <a:xfrm>
              <a:off x="4997689" y="2991085"/>
              <a:ext cx="2265585" cy="2798292"/>
              <a:chOff x="4997689" y="2991085"/>
              <a:chExt cx="2265585" cy="2798292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390426F-B099-0D51-37B6-133BC3527991}"/>
                  </a:ext>
                </a:extLst>
              </p:cNvPr>
              <p:cNvSpPr txBox="1"/>
              <p:nvPr/>
            </p:nvSpPr>
            <p:spPr>
              <a:xfrm>
                <a:off x="6450676" y="3042098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>
                    <a:solidFill>
                      <a:srgbClr val="FF0000"/>
                    </a:solidFill>
                  </a:rPr>
                  <a:t>-2</a:t>
                </a: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4846BE28-A62B-D0D1-1BBC-37FA940356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48874" y="325875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P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2BECFDA-0DA1-88E9-0734-6757EDD93F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90391" y="393363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190B0E0E-84DA-9E69-813A-E329AA39669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06074" y="393363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7FC5C910-558B-6E64-E82A-13430471A136}"/>
                  </a:ext>
                </a:extLst>
              </p:cNvPr>
              <p:cNvCxnSpPr>
                <a:stCxn id="68" idx="3"/>
                <a:endCxn id="69" idx="0"/>
              </p:cNvCxnSpPr>
              <p:nvPr/>
            </p:nvCxnSpPr>
            <p:spPr>
              <a:xfrm flipH="1">
                <a:off x="6118991" y="3649001"/>
                <a:ext cx="296838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83833FC5-2C5A-0DB4-B4E0-F909348CEB11}"/>
                  </a:ext>
                </a:extLst>
              </p:cNvPr>
              <p:cNvCxnSpPr>
                <a:stCxn id="68" idx="5"/>
                <a:endCxn id="70" idx="0"/>
              </p:cNvCxnSpPr>
              <p:nvPr/>
            </p:nvCxnSpPr>
            <p:spPr>
              <a:xfrm>
                <a:off x="6739119" y="3649001"/>
                <a:ext cx="295555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D8F4A0E-93C2-6C19-23A4-DEBBC8148A99}"/>
                  </a:ext>
                </a:extLst>
              </p:cNvPr>
              <p:cNvSpPr txBox="1"/>
              <p:nvPr/>
            </p:nvSpPr>
            <p:spPr>
              <a:xfrm>
                <a:off x="5875911" y="3707736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894E7B5-6B05-D2E2-15F1-4CE910C2F6FB}"/>
                  </a:ext>
                </a:extLst>
              </p:cNvPr>
              <p:cNvSpPr txBox="1"/>
              <p:nvPr/>
            </p:nvSpPr>
            <p:spPr>
              <a:xfrm>
                <a:off x="6974831" y="3701683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934759CF-E483-A903-8A21-4698C6ED966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43182" y="460850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L</a:t>
                </a:r>
              </a:p>
            </p:txBody>
          </p: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7BF172EC-CFBB-B939-EFB3-5D676B034F02}"/>
                  </a:ext>
                </a:extLst>
              </p:cNvPr>
              <p:cNvCxnSpPr>
                <a:stCxn id="69" idx="5"/>
                <a:endCxn id="76" idx="0"/>
              </p:cNvCxnSpPr>
              <p:nvPr/>
            </p:nvCxnSpPr>
            <p:spPr>
              <a:xfrm>
                <a:off x="6280636" y="4323875"/>
                <a:ext cx="291146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08B419D-27D4-355E-B689-17C160AE3EAA}"/>
                  </a:ext>
                </a:extLst>
              </p:cNvPr>
              <p:cNvSpPr txBox="1"/>
              <p:nvPr/>
            </p:nvSpPr>
            <p:spPr>
              <a:xfrm>
                <a:off x="6507530" y="4384529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221C5358-092B-95D2-E951-408292D693A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18711" y="461171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82262B72-7757-F048-F483-754D1D9F155E}"/>
                  </a:ext>
                </a:extLst>
              </p:cNvPr>
              <p:cNvCxnSpPr>
                <a:stCxn id="69" idx="3"/>
                <a:endCxn id="79" idx="0"/>
              </p:cNvCxnSpPr>
              <p:nvPr/>
            </p:nvCxnSpPr>
            <p:spPr>
              <a:xfrm flipH="1">
                <a:off x="5647311" y="4323875"/>
                <a:ext cx="310035" cy="2878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81B52876-00FC-DD22-0709-093990D3B93D}"/>
                  </a:ext>
                </a:extLst>
              </p:cNvPr>
              <p:cNvSpPr txBox="1"/>
              <p:nvPr/>
            </p:nvSpPr>
            <p:spPr>
              <a:xfrm>
                <a:off x="5454889" y="4359134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B2B117F0-0CEF-B4D6-C711-F29250C812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97689" y="533217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64F84FB4-4598-494E-D346-684F60C5C297}"/>
                  </a:ext>
                </a:extLst>
              </p:cNvPr>
              <p:cNvCxnSpPr>
                <a:stCxn id="79" idx="3"/>
                <a:endCxn id="82" idx="0"/>
              </p:cNvCxnSpPr>
              <p:nvPr/>
            </p:nvCxnSpPr>
            <p:spPr>
              <a:xfrm flipH="1">
                <a:off x="5226289" y="5001956"/>
                <a:ext cx="259377" cy="33022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D194C25-509F-A7D6-DBD9-EBF437E3D145}"/>
                  </a:ext>
                </a:extLst>
              </p:cNvPr>
              <p:cNvSpPr txBox="1"/>
              <p:nvPr/>
            </p:nvSpPr>
            <p:spPr>
              <a:xfrm>
                <a:off x="5046198" y="5084068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41" name="Arc 140">
                <a:extLst>
                  <a:ext uri="{FF2B5EF4-FFF2-40B4-BE49-F238E27FC236}">
                    <a16:creationId xmlns:a16="http://schemas.microsoft.com/office/drawing/2014/main" id="{7F5B777E-9335-69AC-8881-9C7586CEEDC9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172755">
                <a:off x="6245875" y="2991085"/>
                <a:ext cx="731520" cy="731520"/>
              </a:xfrm>
              <a:prstGeom prst="arc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02407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7DCD7-82BE-0A6C-1AFD-EDE283527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6B1B05-6B5B-F889-24E6-BBE874F22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A616A-AA3A-4754-208C-56F5C3260DB0}"/>
              </a:ext>
            </a:extLst>
          </p:cNvPr>
          <p:cNvSpPr txBox="1"/>
          <p:nvPr/>
        </p:nvSpPr>
        <p:spPr>
          <a:xfrm>
            <a:off x="261349" y="147294"/>
            <a:ext cx="1642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Right-Right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99F6072-A819-BCEB-DEDA-E2FDDB45E62C}"/>
              </a:ext>
            </a:extLst>
          </p:cNvPr>
          <p:cNvSpPr txBox="1"/>
          <p:nvPr/>
        </p:nvSpPr>
        <p:spPr>
          <a:xfrm>
            <a:off x="7475244" y="470736"/>
            <a:ext cx="45936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unbalanced node and its right child node</a:t>
            </a:r>
            <a:br>
              <a:rPr lang="en-US"/>
            </a:br>
            <a:r>
              <a:rPr lang="en-US"/>
              <a:t>are both right-heavy</a:t>
            </a:r>
            <a:br>
              <a:rPr lang="en-US"/>
            </a:br>
            <a:endParaRPr lang="en-US"/>
          </a:p>
          <a:p>
            <a:pPr algn="ctr"/>
            <a:r>
              <a:rPr lang="en-US" b="1">
                <a:solidFill>
                  <a:srgbClr val="FF0000"/>
                </a:solidFill>
              </a:rPr>
              <a:t>single left rotation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046AF2-3ECE-D9B7-B9E1-1AA44CD40D97}"/>
              </a:ext>
            </a:extLst>
          </p:cNvPr>
          <p:cNvGrpSpPr/>
          <p:nvPr/>
        </p:nvGrpSpPr>
        <p:grpSpPr>
          <a:xfrm>
            <a:off x="949679" y="479985"/>
            <a:ext cx="6267817" cy="2060146"/>
            <a:chOff x="949679" y="479985"/>
            <a:chExt cx="6267817" cy="2060146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F6FDD0C-58D0-2040-D334-57DF1C1A54D1}"/>
                </a:ext>
              </a:extLst>
            </p:cNvPr>
            <p:cNvGrpSpPr/>
            <p:nvPr/>
          </p:nvGrpSpPr>
          <p:grpSpPr>
            <a:xfrm>
              <a:off x="5830133" y="877006"/>
              <a:ext cx="1387363" cy="1348732"/>
              <a:chOff x="4024120" y="1123967"/>
              <a:chExt cx="1387363" cy="1348732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FA5C4638-2C9E-F62C-C1E9-3A42F16DE8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97083" y="134062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05E2398D-ED27-2AF5-03AA-8DAAA33398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38600" y="201549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3048AE9-A866-5C7B-3D63-78745074E2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54283" y="201549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3AF03F7F-AB29-D45B-40E9-235034B40578}"/>
                  </a:ext>
                </a:extLst>
              </p:cNvPr>
              <p:cNvCxnSpPr>
                <a:stCxn id="23" idx="3"/>
                <a:endCxn id="24" idx="0"/>
              </p:cNvCxnSpPr>
              <p:nvPr/>
            </p:nvCxnSpPr>
            <p:spPr>
              <a:xfrm flipH="1">
                <a:off x="4267200" y="1730870"/>
                <a:ext cx="296838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E7F767C9-69BE-6294-174F-C0C27472253E}"/>
                  </a:ext>
                </a:extLst>
              </p:cNvPr>
              <p:cNvCxnSpPr>
                <a:stCxn id="23" idx="5"/>
                <a:endCxn id="25" idx="0"/>
              </p:cNvCxnSpPr>
              <p:nvPr/>
            </p:nvCxnSpPr>
            <p:spPr>
              <a:xfrm>
                <a:off x="4887328" y="1730870"/>
                <a:ext cx="295555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3DE0974-FD51-6C3B-50E8-D8572146D993}"/>
                  </a:ext>
                </a:extLst>
              </p:cNvPr>
              <p:cNvSpPr txBox="1"/>
              <p:nvPr/>
            </p:nvSpPr>
            <p:spPr>
              <a:xfrm>
                <a:off x="4024120" y="178960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2ABBE5-C4E0-6D10-8889-23726CF43E46}"/>
                  </a:ext>
                </a:extLst>
              </p:cNvPr>
              <p:cNvSpPr txBox="1"/>
              <p:nvPr/>
            </p:nvSpPr>
            <p:spPr>
              <a:xfrm>
                <a:off x="4598885" y="1123967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A84D158-8E8A-1CC4-148F-7B29660F9F64}"/>
                  </a:ext>
                </a:extLst>
              </p:cNvPr>
              <p:cNvSpPr txBox="1"/>
              <p:nvPr/>
            </p:nvSpPr>
            <p:spPr>
              <a:xfrm>
                <a:off x="5123040" y="1783552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CF3F9F3D-FE07-BB70-8FAB-657FAB3B372D}"/>
                </a:ext>
              </a:extLst>
            </p:cNvPr>
            <p:cNvGrpSpPr/>
            <p:nvPr/>
          </p:nvGrpSpPr>
          <p:grpSpPr>
            <a:xfrm>
              <a:off x="949679" y="866883"/>
              <a:ext cx="970098" cy="1371640"/>
              <a:chOff x="1300661" y="645210"/>
              <a:chExt cx="970098" cy="1371640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D273D6-35A9-DFA8-9459-D73047776D0D}"/>
                  </a:ext>
                </a:extLst>
              </p:cNvPr>
              <p:cNvSpPr txBox="1"/>
              <p:nvPr/>
            </p:nvSpPr>
            <p:spPr>
              <a:xfrm>
                <a:off x="1380823" y="645210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7E67314-B672-4CB6-3E33-817015E7CBE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00661" y="89143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A444A0F-AB57-2409-BCC8-554CB36523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13559" y="155965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CF111F-DF84-674C-604A-2CBD7E90387F}"/>
                  </a:ext>
                </a:extLst>
              </p:cNvPr>
              <p:cNvSpPr txBox="1"/>
              <p:nvPr/>
            </p:nvSpPr>
            <p:spPr>
              <a:xfrm>
                <a:off x="1915361" y="1313429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7CDC104D-07F6-8057-A1D1-8540BBDB2D95}"/>
                  </a:ext>
                </a:extLst>
              </p:cNvPr>
              <p:cNvCxnSpPr>
                <a:stCxn id="4" idx="5"/>
                <a:endCxn id="5" idx="0"/>
              </p:cNvCxnSpPr>
              <p:nvPr/>
            </p:nvCxnSpPr>
            <p:spPr>
              <a:xfrm>
                <a:off x="1690906" y="1281676"/>
                <a:ext cx="351253" cy="2779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Down Arrow 95">
              <a:extLst>
                <a:ext uri="{FF2B5EF4-FFF2-40B4-BE49-F238E27FC236}">
                  <a16:creationId xmlns:a16="http://schemas.microsoft.com/office/drawing/2014/main" id="{26A9AB1E-68C5-E65B-B0F1-E1ECB6A93108}"/>
                </a:ext>
              </a:extLst>
            </p:cNvPr>
            <p:cNvSpPr/>
            <p:nvPr/>
          </p:nvSpPr>
          <p:spPr>
            <a:xfrm rot="16200000">
              <a:off x="4758329" y="884226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LEFT</a:t>
              </a:r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78B7743B-3924-711E-E82E-671E159727C1}"/>
                </a:ext>
              </a:extLst>
            </p:cNvPr>
            <p:cNvGrpSpPr/>
            <p:nvPr/>
          </p:nvGrpSpPr>
          <p:grpSpPr>
            <a:xfrm>
              <a:off x="2371043" y="479985"/>
              <a:ext cx="1526227" cy="2060146"/>
              <a:chOff x="2371043" y="479985"/>
              <a:chExt cx="1526227" cy="2060146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330C102-43D5-EFDD-E05D-FA4A2D14B7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53719" y="72620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493DD34-9E85-C3E5-B279-5249E139CE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45057" y="137951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11B76CA-44B3-2B96-BCF7-F3E57D2D8C0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40070" y="208293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320D226-0F1E-B73B-6DAF-C1973A3F86E8}"/>
                  </a:ext>
                </a:extLst>
              </p:cNvPr>
              <p:cNvSpPr txBox="1"/>
              <p:nvPr/>
            </p:nvSpPr>
            <p:spPr>
              <a:xfrm>
                <a:off x="2533881" y="479985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>
                    <a:solidFill>
                      <a:srgbClr val="FF0000"/>
                    </a:solidFill>
                  </a:rPr>
                  <a:t>+2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1E31DC7-CCC4-ECBB-E974-8542E3E9D646}"/>
                  </a:ext>
                </a:extLst>
              </p:cNvPr>
              <p:cNvSpPr txBox="1"/>
              <p:nvPr/>
            </p:nvSpPr>
            <p:spPr>
              <a:xfrm>
                <a:off x="3098482" y="1133289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A7CE8A-35EC-744C-67B7-0387880B14CE}"/>
                  </a:ext>
                </a:extLst>
              </p:cNvPr>
              <p:cNvSpPr txBox="1"/>
              <p:nvPr/>
            </p:nvSpPr>
            <p:spPr>
              <a:xfrm>
                <a:off x="3607800" y="1823869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FBE2298D-9800-6407-B0B7-E7456B295DDE}"/>
                  </a:ext>
                </a:extLst>
              </p:cNvPr>
              <p:cNvCxnSpPr>
                <a:stCxn id="13" idx="5"/>
                <a:endCxn id="14" idx="0"/>
              </p:cNvCxnSpPr>
              <p:nvPr/>
            </p:nvCxnSpPr>
            <p:spPr>
              <a:xfrm>
                <a:off x="2843964" y="1116452"/>
                <a:ext cx="329693" cy="2630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E10D7162-6C7A-865E-87A2-8A48A645647F}"/>
                  </a:ext>
                </a:extLst>
              </p:cNvPr>
              <p:cNvCxnSpPr>
                <a:stCxn id="14" idx="5"/>
                <a:endCxn id="15" idx="0"/>
              </p:cNvCxnSpPr>
              <p:nvPr/>
            </p:nvCxnSpPr>
            <p:spPr>
              <a:xfrm>
                <a:off x="3335302" y="1769755"/>
                <a:ext cx="333368" cy="3131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9" name="Arc 158">
                <a:extLst>
                  <a:ext uri="{FF2B5EF4-FFF2-40B4-BE49-F238E27FC236}">
                    <a16:creationId xmlns:a16="http://schemas.microsoft.com/office/drawing/2014/main" id="{3DB71994-1E3C-36DE-FCE3-C09714BF57DE}"/>
                  </a:ext>
                </a:extLst>
              </p:cNvPr>
              <p:cNvSpPr/>
              <p:nvPr/>
            </p:nvSpPr>
            <p:spPr>
              <a:xfrm rot="18832606">
                <a:off x="2366425" y="506308"/>
                <a:ext cx="609600" cy="600364"/>
              </a:xfrm>
              <a:prstGeom prst="arc">
                <a:avLst/>
              </a:prstGeom>
              <a:ln>
                <a:solidFill>
                  <a:srgbClr val="FF0000"/>
                </a:solidFill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1F85C72-AA4D-38D8-101E-641B5B64D8A0}"/>
              </a:ext>
            </a:extLst>
          </p:cNvPr>
          <p:cNvGrpSpPr/>
          <p:nvPr/>
        </p:nvGrpSpPr>
        <p:grpSpPr>
          <a:xfrm>
            <a:off x="576661" y="2980794"/>
            <a:ext cx="11089286" cy="2721639"/>
            <a:chOff x="576661" y="2980794"/>
            <a:chExt cx="11089286" cy="2721639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B4BFE252-8805-5528-500C-3C185F5542FC}"/>
                </a:ext>
              </a:extLst>
            </p:cNvPr>
            <p:cNvGrpSpPr/>
            <p:nvPr/>
          </p:nvGrpSpPr>
          <p:grpSpPr>
            <a:xfrm>
              <a:off x="576661" y="3242528"/>
              <a:ext cx="1847212" cy="2037879"/>
              <a:chOff x="576661" y="3242528"/>
              <a:chExt cx="1847212" cy="2037879"/>
            </a:xfrm>
          </p:grpSpPr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9B1ED1F-B014-449E-4452-BDD467074A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49624" y="345918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5C13DFB3-9C66-1443-A3C7-C1711B313C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1141" y="413406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62D5D22E-95AB-4BB5-F32C-BEA675E3CE9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06824" y="413406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8048E02E-3983-1104-0449-720CB9A99732}"/>
                  </a:ext>
                </a:extLst>
              </p:cNvPr>
              <p:cNvCxnSpPr>
                <a:stCxn id="37" idx="3"/>
                <a:endCxn id="38" idx="0"/>
              </p:cNvCxnSpPr>
              <p:nvPr/>
            </p:nvCxnSpPr>
            <p:spPr>
              <a:xfrm flipH="1">
                <a:off x="819741" y="3849431"/>
                <a:ext cx="296838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8AAD8119-53B1-F576-BCC5-1B28C84484EE}"/>
                  </a:ext>
                </a:extLst>
              </p:cNvPr>
              <p:cNvCxnSpPr>
                <a:stCxn id="37" idx="5"/>
                <a:endCxn id="39" idx="0"/>
              </p:cNvCxnSpPr>
              <p:nvPr/>
            </p:nvCxnSpPr>
            <p:spPr>
              <a:xfrm>
                <a:off x="1439869" y="3849431"/>
                <a:ext cx="295555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C1B5984-A288-0115-769E-AA5A9CC8E932}"/>
                  </a:ext>
                </a:extLst>
              </p:cNvPr>
              <p:cNvSpPr txBox="1"/>
              <p:nvPr/>
            </p:nvSpPr>
            <p:spPr>
              <a:xfrm>
                <a:off x="576661" y="3908166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C2C641-2712-858F-455C-9719D37416EB}"/>
                  </a:ext>
                </a:extLst>
              </p:cNvPr>
              <p:cNvSpPr txBox="1"/>
              <p:nvPr/>
            </p:nvSpPr>
            <p:spPr>
              <a:xfrm>
                <a:off x="1151426" y="3242528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AFD7740-D1A7-9C14-9E19-6C337475A0FC}"/>
                  </a:ext>
                </a:extLst>
              </p:cNvPr>
              <p:cNvSpPr txBox="1"/>
              <p:nvPr/>
            </p:nvSpPr>
            <p:spPr>
              <a:xfrm>
                <a:off x="1675581" y="3902113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A62D9591-5D5C-6D98-A4C8-5F337A742E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64024" y="482320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BAE197A-760C-07C3-5764-018BA9362A71}"/>
                  </a:ext>
                </a:extLst>
              </p:cNvPr>
              <p:cNvSpPr txBox="1"/>
              <p:nvPr/>
            </p:nvSpPr>
            <p:spPr>
              <a:xfrm>
                <a:off x="2170277" y="4578858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A925036D-7524-984F-33D4-2209BC54217E}"/>
                  </a:ext>
                </a:extLst>
              </p:cNvPr>
              <p:cNvCxnSpPr>
                <a:stCxn id="39" idx="5"/>
                <a:endCxn id="45" idx="0"/>
              </p:cNvCxnSpPr>
              <p:nvPr/>
            </p:nvCxnSpPr>
            <p:spPr>
              <a:xfrm>
                <a:off x="1897069" y="4524305"/>
                <a:ext cx="295555" cy="2989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3B0C9830-E0F0-E9DA-86B5-15A6FC71E3BD}"/>
                </a:ext>
              </a:extLst>
            </p:cNvPr>
            <p:cNvGrpSpPr/>
            <p:nvPr/>
          </p:nvGrpSpPr>
          <p:grpSpPr>
            <a:xfrm>
              <a:off x="3001369" y="3302540"/>
              <a:ext cx="1847212" cy="2064661"/>
              <a:chOff x="3001369" y="3302540"/>
              <a:chExt cx="1847212" cy="2064661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F9AB8458-7025-980A-C7D0-F51C765C89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74332" y="351919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D0DA5171-E635-B021-CA51-57BD56A5D0E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15849" y="419407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9FEBF081-C7B3-C924-BEC7-9C7774E316D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31532" y="419407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113" name="Straight Arrow Connector 112">
                <a:extLst>
                  <a:ext uri="{FF2B5EF4-FFF2-40B4-BE49-F238E27FC236}">
                    <a16:creationId xmlns:a16="http://schemas.microsoft.com/office/drawing/2014/main" id="{6BCE1154-981F-64D6-1D71-E5016C7903AB}"/>
                  </a:ext>
                </a:extLst>
              </p:cNvPr>
              <p:cNvCxnSpPr>
                <a:stCxn id="109" idx="3"/>
                <a:endCxn id="111" idx="0"/>
              </p:cNvCxnSpPr>
              <p:nvPr/>
            </p:nvCxnSpPr>
            <p:spPr>
              <a:xfrm flipH="1">
                <a:off x="3244449" y="3909443"/>
                <a:ext cx="296838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C4FF0769-36D7-DF12-CED3-65854F941CEA}"/>
                  </a:ext>
                </a:extLst>
              </p:cNvPr>
              <p:cNvCxnSpPr>
                <a:stCxn id="109" idx="5"/>
                <a:endCxn id="112" idx="0"/>
              </p:cNvCxnSpPr>
              <p:nvPr/>
            </p:nvCxnSpPr>
            <p:spPr>
              <a:xfrm>
                <a:off x="3864577" y="3909443"/>
                <a:ext cx="295555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E6AB7BB8-9599-6D8C-DEE6-70B525E32661}"/>
                  </a:ext>
                </a:extLst>
              </p:cNvPr>
              <p:cNvSpPr txBox="1"/>
              <p:nvPr/>
            </p:nvSpPr>
            <p:spPr>
              <a:xfrm>
                <a:off x="3001369" y="3968178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3CFE0049-5733-7E74-6006-D50CA75A6874}"/>
                  </a:ext>
                </a:extLst>
              </p:cNvPr>
              <p:cNvSpPr txBox="1"/>
              <p:nvPr/>
            </p:nvSpPr>
            <p:spPr>
              <a:xfrm>
                <a:off x="3576134" y="3302540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A8B96748-CD1D-EC5E-3A6A-C614AE4B8B5F}"/>
                  </a:ext>
                </a:extLst>
              </p:cNvPr>
              <p:cNvSpPr txBox="1"/>
              <p:nvPr/>
            </p:nvSpPr>
            <p:spPr>
              <a:xfrm>
                <a:off x="4100289" y="396212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9ADA750D-BB12-7BC2-A16F-0B97F4A72D6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88732" y="488321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1B86E30A-1E86-9660-564B-EEBE58259F5C}"/>
                  </a:ext>
                </a:extLst>
              </p:cNvPr>
              <p:cNvSpPr txBox="1"/>
              <p:nvPr/>
            </p:nvSpPr>
            <p:spPr>
              <a:xfrm>
                <a:off x="4594985" y="4638870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cxnSp>
            <p:nvCxnSpPr>
              <p:cNvPr id="121" name="Straight Arrow Connector 120">
                <a:extLst>
                  <a:ext uri="{FF2B5EF4-FFF2-40B4-BE49-F238E27FC236}">
                    <a16:creationId xmlns:a16="http://schemas.microsoft.com/office/drawing/2014/main" id="{1194CEA2-0971-C1D4-5CF5-51946DE68C6F}"/>
                  </a:ext>
                </a:extLst>
              </p:cNvPr>
              <p:cNvCxnSpPr>
                <a:stCxn id="112" idx="5"/>
                <a:endCxn id="119" idx="0"/>
              </p:cNvCxnSpPr>
              <p:nvPr/>
            </p:nvCxnSpPr>
            <p:spPr>
              <a:xfrm>
                <a:off x="4321777" y="4584317"/>
                <a:ext cx="295555" cy="2989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45051DAC-567F-6284-48E0-1C882A080D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74332" y="491000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125" name="Straight Arrow Connector 124">
                <a:extLst>
                  <a:ext uri="{FF2B5EF4-FFF2-40B4-BE49-F238E27FC236}">
                    <a16:creationId xmlns:a16="http://schemas.microsoft.com/office/drawing/2014/main" id="{53F701ED-42B6-B61F-E107-6374A8E6A43A}"/>
                  </a:ext>
                </a:extLst>
              </p:cNvPr>
              <p:cNvCxnSpPr>
                <a:stCxn id="112" idx="3"/>
                <a:endCxn id="123" idx="0"/>
              </p:cNvCxnSpPr>
              <p:nvPr/>
            </p:nvCxnSpPr>
            <p:spPr>
              <a:xfrm flipH="1">
                <a:off x="3702932" y="4584317"/>
                <a:ext cx="295555" cy="3256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1379E746-8B5A-163E-8374-812A552EAC3C}"/>
                  </a:ext>
                </a:extLst>
              </p:cNvPr>
              <p:cNvSpPr txBox="1"/>
              <p:nvPr/>
            </p:nvSpPr>
            <p:spPr>
              <a:xfrm>
                <a:off x="3492178" y="4678880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sp>
          <p:nvSpPr>
            <p:cNvPr id="153" name="Down Arrow 152">
              <a:extLst>
                <a:ext uri="{FF2B5EF4-FFF2-40B4-BE49-F238E27FC236}">
                  <a16:creationId xmlns:a16="http://schemas.microsoft.com/office/drawing/2014/main" id="{EA4B184A-D4B2-9905-F196-49C9D36DE492}"/>
                </a:ext>
              </a:extLst>
            </p:cNvPr>
            <p:cNvSpPr/>
            <p:nvPr/>
          </p:nvSpPr>
          <p:spPr>
            <a:xfrm rot="16200000">
              <a:off x="8244310" y="3562410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LEFT</a:t>
              </a:r>
            </a:p>
          </p:txBody>
        </p: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3509E89E-BB03-46DE-84B1-5400ABC111C5}"/>
                </a:ext>
              </a:extLst>
            </p:cNvPr>
            <p:cNvGrpSpPr/>
            <p:nvPr/>
          </p:nvGrpSpPr>
          <p:grpSpPr>
            <a:xfrm>
              <a:off x="9314859" y="3211207"/>
              <a:ext cx="2351088" cy="2256636"/>
              <a:chOff x="9314859" y="3211207"/>
              <a:chExt cx="2351088" cy="2256636"/>
            </a:xfrm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F6BDE6AD-39A7-367A-CA47-4BCECE95B98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86459" y="423704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E9599A7-E76C-D561-335C-BA4466213E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9259" y="345742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CB561084-2690-CAB1-1A89-EB11C942A84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43659" y="496252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59E9F0BD-D59D-589A-620F-DFBA97B42D0B}"/>
                  </a:ext>
                </a:extLst>
              </p:cNvPr>
              <p:cNvSpPr txBox="1"/>
              <p:nvPr/>
            </p:nvSpPr>
            <p:spPr>
              <a:xfrm>
                <a:off x="10330637" y="3211207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6A522896-3658-5B8C-7FA8-2D7F2D6D945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62737" y="501064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045AA1B-29CD-D020-A290-03B08E5D78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772059" y="422043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6D68F94A-A714-EF66-9835-ABC0C8723788}"/>
                  </a:ext>
                </a:extLst>
              </p:cNvPr>
              <p:cNvCxnSpPr>
                <a:stCxn id="93" idx="3"/>
                <a:endCxn id="102" idx="0"/>
              </p:cNvCxnSpPr>
              <p:nvPr/>
            </p:nvCxnSpPr>
            <p:spPr>
              <a:xfrm flipH="1">
                <a:off x="10000659" y="3847673"/>
                <a:ext cx="295555" cy="3727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69A02F5-0E20-AC94-F9A0-BD80F43B23B4}"/>
                  </a:ext>
                </a:extLst>
              </p:cNvPr>
              <p:cNvSpPr txBox="1"/>
              <p:nvPr/>
            </p:nvSpPr>
            <p:spPr>
              <a:xfrm>
                <a:off x="9705104" y="402580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B259ED7C-78D0-3E0A-8C17-B68FF5879DC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314859" y="496189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160F3153-7C52-F2CF-2C2B-DBBD8283DB20}"/>
                  </a:ext>
                </a:extLst>
              </p:cNvPr>
              <p:cNvCxnSpPr>
                <a:stCxn id="102" idx="3"/>
                <a:endCxn id="105" idx="0"/>
              </p:cNvCxnSpPr>
              <p:nvPr/>
            </p:nvCxnSpPr>
            <p:spPr>
              <a:xfrm flipH="1">
                <a:off x="9543459" y="4610676"/>
                <a:ext cx="295555" cy="3512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C5EA4B3-7924-D256-A0D9-8AA05E75BDC0}"/>
                  </a:ext>
                </a:extLst>
              </p:cNvPr>
              <p:cNvSpPr txBox="1"/>
              <p:nvPr/>
            </p:nvSpPr>
            <p:spPr>
              <a:xfrm>
                <a:off x="9318699" y="4715673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D79A7F43-5187-B9E9-A34F-4134958C8098}"/>
                  </a:ext>
                </a:extLst>
              </p:cNvPr>
              <p:cNvCxnSpPr>
                <a:cxnSpLocks/>
                <a:stCxn id="92" idx="5"/>
                <a:endCxn id="94" idx="0"/>
              </p:cNvCxnSpPr>
              <p:nvPr/>
            </p:nvCxnSpPr>
            <p:spPr>
              <a:xfrm>
                <a:off x="11076704" y="4627293"/>
                <a:ext cx="295555" cy="3352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7B9494E9-CDC9-2126-9830-07F55306CF0F}"/>
                  </a:ext>
                </a:extLst>
              </p:cNvPr>
              <p:cNvCxnSpPr>
                <a:stCxn id="93" idx="5"/>
                <a:endCxn id="92" idx="0"/>
              </p:cNvCxnSpPr>
              <p:nvPr/>
            </p:nvCxnSpPr>
            <p:spPr>
              <a:xfrm>
                <a:off x="10619504" y="3847673"/>
                <a:ext cx="295555" cy="3893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9D931EE-2BA1-9D42-8BC6-BE841C604406}"/>
                  </a:ext>
                </a:extLst>
              </p:cNvPr>
              <p:cNvSpPr txBox="1"/>
              <p:nvPr/>
            </p:nvSpPr>
            <p:spPr>
              <a:xfrm>
                <a:off x="10855216" y="4025805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67B9C9F-2756-11A5-8004-C71A8126361A}"/>
                  </a:ext>
                </a:extLst>
              </p:cNvPr>
              <p:cNvSpPr txBox="1"/>
              <p:nvPr/>
            </p:nvSpPr>
            <p:spPr>
              <a:xfrm>
                <a:off x="10403626" y="4740538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15222280-1E52-ACFB-2C11-731FFFEBBFA8}"/>
                  </a:ext>
                </a:extLst>
              </p:cNvPr>
              <p:cNvSpPr txBox="1"/>
              <p:nvPr/>
            </p:nvSpPr>
            <p:spPr>
              <a:xfrm>
                <a:off x="11343423" y="4764422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90E165A1-9586-BE44-CC39-5D3D1246FF40}"/>
                  </a:ext>
                </a:extLst>
              </p:cNvPr>
              <p:cNvCxnSpPr>
                <a:stCxn id="102" idx="5"/>
                <a:endCxn id="99" idx="0"/>
              </p:cNvCxnSpPr>
              <p:nvPr/>
            </p:nvCxnSpPr>
            <p:spPr>
              <a:xfrm>
                <a:off x="10162304" y="4610676"/>
                <a:ext cx="329033" cy="3999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8002207E-FC82-B22E-BA9A-531CD93CFD17}"/>
                </a:ext>
              </a:extLst>
            </p:cNvPr>
            <p:cNvGrpSpPr/>
            <p:nvPr/>
          </p:nvGrpSpPr>
          <p:grpSpPr>
            <a:xfrm>
              <a:off x="5454553" y="2980794"/>
              <a:ext cx="2301763" cy="2721639"/>
              <a:chOff x="5454553" y="2980794"/>
              <a:chExt cx="2301763" cy="2721639"/>
            </a:xfrm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F61ECF8E-0C07-4FE1-DD17-F49528D9CC6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27516" y="320051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1DFE752-ACCE-74FF-6C55-5043BCFEAD1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69033" y="387538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11A63E19-817C-AF89-25F4-3690BC7C93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384716" y="387538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132" name="Straight Arrow Connector 131">
                <a:extLst>
                  <a:ext uri="{FF2B5EF4-FFF2-40B4-BE49-F238E27FC236}">
                    <a16:creationId xmlns:a16="http://schemas.microsoft.com/office/drawing/2014/main" id="{928DB6A0-FF30-7F9D-C114-3E1F1C9E5F44}"/>
                  </a:ext>
                </a:extLst>
              </p:cNvPr>
              <p:cNvCxnSpPr>
                <a:stCxn id="129" idx="3"/>
                <a:endCxn id="130" idx="0"/>
              </p:cNvCxnSpPr>
              <p:nvPr/>
            </p:nvCxnSpPr>
            <p:spPr>
              <a:xfrm flipH="1">
                <a:off x="5697633" y="3590758"/>
                <a:ext cx="296838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0B3F1721-AA23-0C93-F4BA-4225544A1AB5}"/>
                  </a:ext>
                </a:extLst>
              </p:cNvPr>
              <p:cNvCxnSpPr>
                <a:stCxn id="129" idx="5"/>
                <a:endCxn id="131" idx="0"/>
              </p:cNvCxnSpPr>
              <p:nvPr/>
            </p:nvCxnSpPr>
            <p:spPr>
              <a:xfrm>
                <a:off x="6317761" y="3590758"/>
                <a:ext cx="295555" cy="2846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FBF8AB53-4BEA-2B3F-EF5A-CDA3DA7C0789}"/>
                  </a:ext>
                </a:extLst>
              </p:cNvPr>
              <p:cNvSpPr txBox="1"/>
              <p:nvPr/>
            </p:nvSpPr>
            <p:spPr>
              <a:xfrm>
                <a:off x="5454553" y="3649493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ED03812B-A227-8F9D-0016-92BA0FA2EF53}"/>
                  </a:ext>
                </a:extLst>
              </p:cNvPr>
              <p:cNvSpPr txBox="1"/>
              <p:nvPr/>
            </p:nvSpPr>
            <p:spPr>
              <a:xfrm>
                <a:off x="6029318" y="2983855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>
                    <a:solidFill>
                      <a:srgbClr val="FF0000"/>
                    </a:solidFill>
                  </a:rPr>
                  <a:t>+2</a:t>
                </a:r>
              </a:p>
            </p:txBody>
          </p: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B446326B-BB93-1322-068B-F07C3A46EED7}"/>
                  </a:ext>
                </a:extLst>
              </p:cNvPr>
              <p:cNvSpPr txBox="1"/>
              <p:nvPr/>
            </p:nvSpPr>
            <p:spPr>
              <a:xfrm>
                <a:off x="6553473" y="3643440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85EB1F9B-C811-C880-47F1-D8177D5584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41916" y="456453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91625430-A4EE-15C8-17BE-390428FB0ECB}"/>
                  </a:ext>
                </a:extLst>
              </p:cNvPr>
              <p:cNvSpPr txBox="1"/>
              <p:nvPr/>
            </p:nvSpPr>
            <p:spPr>
              <a:xfrm>
                <a:off x="7048169" y="4320185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3FFD0A6-89EC-38C1-B9E2-938EB88A0D17}"/>
                  </a:ext>
                </a:extLst>
              </p:cNvPr>
              <p:cNvCxnSpPr>
                <a:stCxn id="131" idx="5"/>
                <a:endCxn id="142" idx="0"/>
              </p:cNvCxnSpPr>
              <p:nvPr/>
            </p:nvCxnSpPr>
            <p:spPr>
              <a:xfrm>
                <a:off x="6774961" y="4265632"/>
                <a:ext cx="295555" cy="2989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2C61130B-CD1B-286B-37A5-059F2DDD89D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27516" y="459131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CFB7C53B-280A-71C4-3FA5-C502583B810E}"/>
                  </a:ext>
                </a:extLst>
              </p:cNvPr>
              <p:cNvCxnSpPr>
                <a:stCxn id="131" idx="3"/>
                <a:endCxn id="145" idx="0"/>
              </p:cNvCxnSpPr>
              <p:nvPr/>
            </p:nvCxnSpPr>
            <p:spPr>
              <a:xfrm flipH="1">
                <a:off x="6156116" y="4265632"/>
                <a:ext cx="295555" cy="32568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9E653687-EF05-1146-6A7E-2592AB64C274}"/>
                  </a:ext>
                </a:extLst>
              </p:cNvPr>
              <p:cNvSpPr txBox="1"/>
              <p:nvPr/>
            </p:nvSpPr>
            <p:spPr>
              <a:xfrm>
                <a:off x="5945362" y="436019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1D3114A-4292-1B82-2080-81625D7363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99116" y="524523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089CA6EC-7E04-9A2F-AC96-A03524FBF691}"/>
                  </a:ext>
                </a:extLst>
              </p:cNvPr>
              <p:cNvCxnSpPr>
                <a:stCxn id="142" idx="5"/>
                <a:endCxn id="148" idx="0"/>
              </p:cNvCxnSpPr>
              <p:nvPr/>
            </p:nvCxnSpPr>
            <p:spPr>
              <a:xfrm>
                <a:off x="7232161" y="4954779"/>
                <a:ext cx="295555" cy="29045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C8DE4E7B-BC6E-72F5-EA9A-85213F4ACE58}"/>
                  </a:ext>
                </a:extLst>
              </p:cNvPr>
              <p:cNvSpPr txBox="1"/>
              <p:nvPr/>
            </p:nvSpPr>
            <p:spPr>
              <a:xfrm>
                <a:off x="7435765" y="4976896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DEB599C9-873A-94EE-8DD8-2994CE533DBA}"/>
                  </a:ext>
                </a:extLst>
              </p:cNvPr>
              <p:cNvSpPr/>
              <p:nvPr/>
            </p:nvSpPr>
            <p:spPr>
              <a:xfrm rot="18832606">
                <a:off x="5867007" y="2985412"/>
                <a:ext cx="609600" cy="600364"/>
              </a:xfrm>
              <a:prstGeom prst="arc">
                <a:avLst/>
              </a:prstGeom>
              <a:ln>
                <a:solidFill>
                  <a:srgbClr val="FF0000"/>
                </a:solidFill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3649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57C53-C42A-3FAB-84EF-72F69BFE4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CDE974-5F3F-B807-68D5-2F2A68615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A111C-89F8-5084-A587-70DB9B737F5B}"/>
              </a:ext>
            </a:extLst>
          </p:cNvPr>
          <p:cNvSpPr txBox="1"/>
          <p:nvPr/>
        </p:nvSpPr>
        <p:spPr>
          <a:xfrm>
            <a:off x="292299" y="106263"/>
            <a:ext cx="1475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Left-Right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F5A9C366-4CD3-0FBF-F358-FC6265FB424C}"/>
              </a:ext>
            </a:extLst>
          </p:cNvPr>
          <p:cNvSpPr txBox="1"/>
          <p:nvPr/>
        </p:nvSpPr>
        <p:spPr>
          <a:xfrm>
            <a:off x="7438929" y="337095"/>
            <a:ext cx="46483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 unbalanced node is left-heavy and</a:t>
            </a:r>
            <a:br>
              <a:rPr lang="en-US" sz="1600" dirty="0"/>
            </a:br>
            <a:r>
              <a:rPr lang="en-US" sz="1600" dirty="0"/>
              <a:t>its left child node is right-heavy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FF0000"/>
                </a:solidFill>
              </a:rPr>
              <a:t>first a left rotation of the left child node,</a:t>
            </a:r>
            <a:br>
              <a:rPr lang="en-US" sz="1600" b="1" dirty="0">
                <a:solidFill>
                  <a:srgbClr val="FF0000"/>
                </a:solidFill>
              </a:rPr>
            </a:br>
            <a:r>
              <a:rPr lang="en-US" sz="1600" b="1" dirty="0">
                <a:solidFill>
                  <a:srgbClr val="00B050"/>
                </a:solidFill>
              </a:rPr>
              <a:t>and then a right rotation of the unbalanced node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5F09FA-579F-D209-C0F7-177EC3210B5E}"/>
              </a:ext>
            </a:extLst>
          </p:cNvPr>
          <p:cNvGrpSpPr/>
          <p:nvPr/>
        </p:nvGrpSpPr>
        <p:grpSpPr>
          <a:xfrm>
            <a:off x="116570" y="3235520"/>
            <a:ext cx="11926263" cy="3063053"/>
            <a:chOff x="116570" y="3235520"/>
            <a:chExt cx="11926263" cy="3063053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53C1735C-16F9-2F35-E042-0361A43FE92E}"/>
                </a:ext>
              </a:extLst>
            </p:cNvPr>
            <p:cNvGrpSpPr/>
            <p:nvPr/>
          </p:nvGrpSpPr>
          <p:grpSpPr>
            <a:xfrm>
              <a:off x="116570" y="3716581"/>
              <a:ext cx="1858511" cy="2278299"/>
              <a:chOff x="116570" y="3716581"/>
              <a:chExt cx="1858511" cy="2278299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C1D5A74F-64D5-3064-DBCE-965D5F64B8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03481" y="474579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5C539A9-A6AE-7AEE-5867-A1C94ABE99C8}"/>
                  </a:ext>
                </a:extLst>
              </p:cNvPr>
              <p:cNvSpPr txBox="1"/>
              <p:nvPr/>
            </p:nvSpPr>
            <p:spPr>
              <a:xfrm>
                <a:off x="598766" y="4520114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0E622BA4-CB0B-5981-8C54-2D4D9CBA2A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17881" y="469045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06353734-D301-3C5A-6834-98F553AF48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0681" y="393555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K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7746CCC-C574-CCF3-6A98-629C5BA9FC4B}"/>
                  </a:ext>
                </a:extLst>
              </p:cNvPr>
              <p:cNvSpPr txBox="1"/>
              <p:nvPr/>
            </p:nvSpPr>
            <p:spPr>
              <a:xfrm>
                <a:off x="1665371" y="4449582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A39F59DD-FA68-C60C-43A6-08D384E14AEB}"/>
                  </a:ext>
                </a:extLst>
              </p:cNvPr>
              <p:cNvSpPr txBox="1"/>
              <p:nvPr/>
            </p:nvSpPr>
            <p:spPr>
              <a:xfrm>
                <a:off x="1150706" y="3716581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741F54AE-8231-00BC-8513-99BE4710FBE3}"/>
                  </a:ext>
                </a:extLst>
              </p:cNvPr>
              <p:cNvCxnSpPr>
                <a:stCxn id="80" idx="3"/>
                <a:endCxn id="77" idx="0"/>
              </p:cNvCxnSpPr>
              <p:nvPr/>
            </p:nvCxnSpPr>
            <p:spPr>
              <a:xfrm flipH="1">
                <a:off x="832081" y="4325795"/>
                <a:ext cx="295555" cy="4199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F89B0473-1489-C0C6-4423-97983D7E58C4}"/>
                  </a:ext>
                </a:extLst>
              </p:cNvPr>
              <p:cNvCxnSpPr>
                <a:stCxn id="80" idx="5"/>
                <a:endCxn id="79" idx="0"/>
              </p:cNvCxnSpPr>
              <p:nvPr/>
            </p:nvCxnSpPr>
            <p:spPr>
              <a:xfrm>
                <a:off x="1450926" y="4325795"/>
                <a:ext cx="295555" cy="3646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E4BC6FF-5FB1-F431-BF3A-9B5E3349E8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570" y="553768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D826C931-00B1-884B-D81A-1D9BD1E8970A}"/>
                  </a:ext>
                </a:extLst>
              </p:cNvPr>
              <p:cNvCxnSpPr>
                <a:stCxn id="77" idx="3"/>
                <a:endCxn id="86" idx="0"/>
              </p:cNvCxnSpPr>
              <p:nvPr/>
            </p:nvCxnSpPr>
            <p:spPr>
              <a:xfrm flipH="1">
                <a:off x="345170" y="5136037"/>
                <a:ext cx="325266" cy="4016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BE831664-77B3-A465-F244-2BD716006E6D}"/>
                  </a:ext>
                </a:extLst>
              </p:cNvPr>
              <p:cNvSpPr txBox="1"/>
              <p:nvPr/>
            </p:nvSpPr>
            <p:spPr>
              <a:xfrm>
                <a:off x="121487" y="5291459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FC0468D8-6523-C68F-1651-1CF79BFA3AD1}"/>
                </a:ext>
              </a:extLst>
            </p:cNvPr>
            <p:cNvGrpSpPr/>
            <p:nvPr/>
          </p:nvGrpSpPr>
          <p:grpSpPr>
            <a:xfrm>
              <a:off x="2067567" y="3760917"/>
              <a:ext cx="1858511" cy="2278299"/>
              <a:chOff x="2189526" y="3728572"/>
              <a:chExt cx="1858511" cy="2278299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C0847851-B853-144E-BE8D-5181D13769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76437" y="475778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BA728E20-F8FF-2578-F19A-7BAC6D67A667}"/>
                  </a:ext>
                </a:extLst>
              </p:cNvPr>
              <p:cNvSpPr txBox="1"/>
              <p:nvPr/>
            </p:nvSpPr>
            <p:spPr>
              <a:xfrm>
                <a:off x="2671722" y="453210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FD46C183-4448-6A00-6D4D-052802D31B0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90837" y="470244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647E263B-08EE-7748-D520-F38688ADFB8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33637" y="394754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K</a:t>
                </a: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F66089D-C627-A558-AB0A-BE7E4ACA10B9}"/>
                  </a:ext>
                </a:extLst>
              </p:cNvPr>
              <p:cNvSpPr txBox="1"/>
              <p:nvPr/>
            </p:nvSpPr>
            <p:spPr>
              <a:xfrm>
                <a:off x="3738327" y="4461573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511783B8-A857-747C-FAAD-F34C322F9D3F}"/>
                  </a:ext>
                </a:extLst>
              </p:cNvPr>
              <p:cNvSpPr txBox="1"/>
              <p:nvPr/>
            </p:nvSpPr>
            <p:spPr>
              <a:xfrm>
                <a:off x="3223662" y="3728572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cxnSp>
            <p:nvCxnSpPr>
              <p:cNvPr id="151" name="Straight Arrow Connector 150">
                <a:extLst>
                  <a:ext uri="{FF2B5EF4-FFF2-40B4-BE49-F238E27FC236}">
                    <a16:creationId xmlns:a16="http://schemas.microsoft.com/office/drawing/2014/main" id="{9551CC8F-8FCB-8F40-8869-3210117A05A4}"/>
                  </a:ext>
                </a:extLst>
              </p:cNvPr>
              <p:cNvCxnSpPr>
                <a:stCxn id="128" idx="3"/>
                <a:endCxn id="110" idx="0"/>
              </p:cNvCxnSpPr>
              <p:nvPr/>
            </p:nvCxnSpPr>
            <p:spPr>
              <a:xfrm flipH="1">
                <a:off x="2905037" y="4337786"/>
                <a:ext cx="295555" cy="4199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Arrow Connector 154">
                <a:extLst>
                  <a:ext uri="{FF2B5EF4-FFF2-40B4-BE49-F238E27FC236}">
                    <a16:creationId xmlns:a16="http://schemas.microsoft.com/office/drawing/2014/main" id="{805F9F2A-5A7A-D341-AAA5-16C8DDD0F2A5}"/>
                  </a:ext>
                </a:extLst>
              </p:cNvPr>
              <p:cNvCxnSpPr>
                <a:stCxn id="128" idx="5"/>
                <a:endCxn id="124" idx="0"/>
              </p:cNvCxnSpPr>
              <p:nvPr/>
            </p:nvCxnSpPr>
            <p:spPr>
              <a:xfrm>
                <a:off x="3523882" y="4337786"/>
                <a:ext cx="295555" cy="3646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22F00A4D-3340-A722-3F7D-3AE54EF4B5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89526" y="554967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D712D891-A15C-8CFE-EB96-A108D82A6321}"/>
                  </a:ext>
                </a:extLst>
              </p:cNvPr>
              <p:cNvCxnSpPr>
                <a:stCxn id="110" idx="3"/>
                <a:endCxn id="158" idx="0"/>
              </p:cNvCxnSpPr>
              <p:nvPr/>
            </p:nvCxnSpPr>
            <p:spPr>
              <a:xfrm flipH="1">
                <a:off x="2418126" y="5148028"/>
                <a:ext cx="325266" cy="4016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644A8F24-E3DD-1E55-14B5-F5B2DBAB58EF}"/>
                  </a:ext>
                </a:extLst>
              </p:cNvPr>
              <p:cNvSpPr txBox="1"/>
              <p:nvPr/>
            </p:nvSpPr>
            <p:spPr>
              <a:xfrm>
                <a:off x="2194443" y="5303450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A0E18392-104F-97C3-3AFE-25A9DB530FB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29211" y="554967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cxnSp>
            <p:nvCxnSpPr>
              <p:cNvPr id="163" name="Straight Arrow Connector 162">
                <a:extLst>
                  <a:ext uri="{FF2B5EF4-FFF2-40B4-BE49-F238E27FC236}">
                    <a16:creationId xmlns:a16="http://schemas.microsoft.com/office/drawing/2014/main" id="{FD1C9FC3-618D-6392-4AE4-7A162F013564}"/>
                  </a:ext>
                </a:extLst>
              </p:cNvPr>
              <p:cNvCxnSpPr>
                <a:stCxn id="110" idx="5"/>
                <a:endCxn id="161" idx="0"/>
              </p:cNvCxnSpPr>
              <p:nvPr/>
            </p:nvCxnSpPr>
            <p:spPr>
              <a:xfrm>
                <a:off x="3066682" y="5148028"/>
                <a:ext cx="291129" cy="4016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B069B189-BFD2-4A55-40A2-59276999E3AC}"/>
                  </a:ext>
                </a:extLst>
              </p:cNvPr>
              <p:cNvSpPr txBox="1"/>
              <p:nvPr/>
            </p:nvSpPr>
            <p:spPr>
              <a:xfrm>
                <a:off x="3293537" y="5291458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80BA4AF5-0847-D229-A153-1DFEBBA19BD0}"/>
                </a:ext>
              </a:extLst>
            </p:cNvPr>
            <p:cNvGrpSpPr/>
            <p:nvPr/>
          </p:nvGrpSpPr>
          <p:grpSpPr>
            <a:xfrm>
              <a:off x="4255962" y="3235520"/>
              <a:ext cx="1858511" cy="3050901"/>
              <a:chOff x="4337396" y="3236345"/>
              <a:chExt cx="1858511" cy="3050901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56705649-6032-241D-1F3D-60A9E328B4D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24307" y="428281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16AF77F5-4CC2-10C7-CD91-39994BF0E942}"/>
                  </a:ext>
                </a:extLst>
              </p:cNvPr>
              <p:cNvSpPr txBox="1"/>
              <p:nvPr/>
            </p:nvSpPr>
            <p:spPr>
              <a:xfrm>
                <a:off x="4819592" y="4057133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B7965DE0-A335-61BB-A215-6C80C8D2D8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738707" y="422747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9EE06CD3-28D6-D4D5-C152-4A0B29B3C6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81507" y="347256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K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D8EE63AF-9B7E-EFE6-CAE2-4F9B35D69C56}"/>
                  </a:ext>
                </a:extLst>
              </p:cNvPr>
              <p:cNvSpPr txBox="1"/>
              <p:nvPr/>
            </p:nvSpPr>
            <p:spPr>
              <a:xfrm>
                <a:off x="5886197" y="3986601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5A01E069-EF83-10C2-707D-E4079D919ED0}"/>
                  </a:ext>
                </a:extLst>
              </p:cNvPr>
              <p:cNvSpPr txBox="1"/>
              <p:nvPr/>
            </p:nvSpPr>
            <p:spPr>
              <a:xfrm>
                <a:off x="5371532" y="3253600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>
                    <a:solidFill>
                      <a:srgbClr val="FF0000"/>
                    </a:solidFill>
                  </a:rPr>
                  <a:t>-2</a:t>
                </a:r>
              </a:p>
            </p:txBody>
          </p: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DFC9B333-BFDB-B38B-EB79-9118A901A7F7}"/>
                  </a:ext>
                </a:extLst>
              </p:cNvPr>
              <p:cNvCxnSpPr>
                <a:stCxn id="170" idx="3"/>
                <a:endCxn id="167" idx="0"/>
              </p:cNvCxnSpPr>
              <p:nvPr/>
            </p:nvCxnSpPr>
            <p:spPr>
              <a:xfrm flipH="1">
                <a:off x="5052907" y="3862814"/>
                <a:ext cx="295555" cy="4199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Arrow Connector 173">
                <a:extLst>
                  <a:ext uri="{FF2B5EF4-FFF2-40B4-BE49-F238E27FC236}">
                    <a16:creationId xmlns:a16="http://schemas.microsoft.com/office/drawing/2014/main" id="{63A33185-4F30-5E53-3097-9E993ACC4A0D}"/>
                  </a:ext>
                </a:extLst>
              </p:cNvPr>
              <p:cNvCxnSpPr>
                <a:stCxn id="170" idx="5"/>
                <a:endCxn id="169" idx="0"/>
              </p:cNvCxnSpPr>
              <p:nvPr/>
            </p:nvCxnSpPr>
            <p:spPr>
              <a:xfrm>
                <a:off x="5671752" y="3862814"/>
                <a:ext cx="295555" cy="3646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594F8247-14BE-741B-D374-87F65F2E08B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37396" y="507469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ACED8414-7A14-6972-95B0-CD5A5B8C8DE3}"/>
                  </a:ext>
                </a:extLst>
              </p:cNvPr>
              <p:cNvCxnSpPr>
                <a:stCxn id="167" idx="3"/>
                <a:endCxn id="175" idx="0"/>
              </p:cNvCxnSpPr>
              <p:nvPr/>
            </p:nvCxnSpPr>
            <p:spPr>
              <a:xfrm flipH="1">
                <a:off x="4565996" y="4673056"/>
                <a:ext cx="325266" cy="4016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B4B39098-0DB4-FD8D-6B6F-923972C656CA}"/>
                  </a:ext>
                </a:extLst>
              </p:cNvPr>
              <p:cNvSpPr txBox="1"/>
              <p:nvPr/>
            </p:nvSpPr>
            <p:spPr>
              <a:xfrm>
                <a:off x="4342313" y="4828478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64F40368-91F0-3946-FBDF-ECB713E2F5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7081" y="507469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cxnSp>
            <p:nvCxnSpPr>
              <p:cNvPr id="179" name="Straight Arrow Connector 178">
                <a:extLst>
                  <a:ext uri="{FF2B5EF4-FFF2-40B4-BE49-F238E27FC236}">
                    <a16:creationId xmlns:a16="http://schemas.microsoft.com/office/drawing/2014/main" id="{F974C54D-3C14-7774-D5D0-68EB2A1B6D30}"/>
                  </a:ext>
                </a:extLst>
              </p:cNvPr>
              <p:cNvCxnSpPr>
                <a:stCxn id="167" idx="5"/>
                <a:endCxn id="178" idx="0"/>
              </p:cNvCxnSpPr>
              <p:nvPr/>
            </p:nvCxnSpPr>
            <p:spPr>
              <a:xfrm>
                <a:off x="5214552" y="4673056"/>
                <a:ext cx="291129" cy="4016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353B61B7-F993-19F8-494C-857F1866394A}"/>
                  </a:ext>
                </a:extLst>
              </p:cNvPr>
              <p:cNvSpPr txBox="1"/>
              <p:nvPr/>
            </p:nvSpPr>
            <p:spPr>
              <a:xfrm>
                <a:off x="5441407" y="4816486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43F03B32-D4C4-40BF-9786-79E99E3734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95003" y="583004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G</a:t>
                </a:r>
              </a:p>
            </p:txBody>
          </p:sp>
          <p:cxnSp>
            <p:nvCxnSpPr>
              <p:cNvPr id="183" name="Straight Arrow Connector 182">
                <a:extLst>
                  <a:ext uri="{FF2B5EF4-FFF2-40B4-BE49-F238E27FC236}">
                    <a16:creationId xmlns:a16="http://schemas.microsoft.com/office/drawing/2014/main" id="{B5F8A715-4603-21F4-DB0B-EE81312FCEF8}"/>
                  </a:ext>
                </a:extLst>
              </p:cNvPr>
              <p:cNvCxnSpPr>
                <a:stCxn id="178" idx="5"/>
                <a:endCxn id="181" idx="0"/>
              </p:cNvCxnSpPr>
              <p:nvPr/>
            </p:nvCxnSpPr>
            <p:spPr>
              <a:xfrm>
                <a:off x="5667326" y="5464944"/>
                <a:ext cx="256277" cy="36510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8F2EAFDA-3667-1CB5-7A53-386E81022C31}"/>
                  </a:ext>
                </a:extLst>
              </p:cNvPr>
              <p:cNvSpPr txBox="1"/>
              <p:nvPr/>
            </p:nvSpPr>
            <p:spPr>
              <a:xfrm>
                <a:off x="5880271" y="558382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86" name="Arc 185">
                <a:extLst>
                  <a:ext uri="{FF2B5EF4-FFF2-40B4-BE49-F238E27FC236}">
                    <a16:creationId xmlns:a16="http://schemas.microsoft.com/office/drawing/2014/main" id="{1525F8D6-030C-2EAA-CB66-7B7F39268845}"/>
                  </a:ext>
                </a:extLst>
              </p:cNvPr>
              <p:cNvSpPr/>
              <p:nvPr/>
            </p:nvSpPr>
            <p:spPr>
              <a:xfrm rot="18832606">
                <a:off x="4718750" y="4041813"/>
                <a:ext cx="609600" cy="600364"/>
              </a:xfrm>
              <a:prstGeom prst="arc">
                <a:avLst/>
              </a:prstGeom>
              <a:ln>
                <a:solidFill>
                  <a:srgbClr val="FF0000"/>
                </a:solidFill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Arc 186">
                <a:extLst>
                  <a:ext uri="{FF2B5EF4-FFF2-40B4-BE49-F238E27FC236}">
                    <a16:creationId xmlns:a16="http://schemas.microsoft.com/office/drawing/2014/main" id="{096DC697-75B1-A20B-7B81-56834B4CCA32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172755">
                <a:off x="5139922" y="3236345"/>
                <a:ext cx="731520" cy="731520"/>
              </a:xfrm>
              <a:prstGeom prst="arc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0" name="Down Arrow 209">
              <a:extLst>
                <a:ext uri="{FF2B5EF4-FFF2-40B4-BE49-F238E27FC236}">
                  <a16:creationId xmlns:a16="http://schemas.microsoft.com/office/drawing/2014/main" id="{989C6308-18B6-974F-E4B0-8349220FE5CA}"/>
                </a:ext>
              </a:extLst>
            </p:cNvPr>
            <p:cNvSpPr/>
            <p:nvPr/>
          </p:nvSpPr>
          <p:spPr>
            <a:xfrm rot="16200000">
              <a:off x="9547074" y="3266856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RIGHT</a:t>
              </a:r>
            </a:p>
          </p:txBody>
        </p: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068DF366-0B03-01C8-3C28-E8B87240ECC1}"/>
                </a:ext>
              </a:extLst>
            </p:cNvPr>
            <p:cNvGrpSpPr/>
            <p:nvPr/>
          </p:nvGrpSpPr>
          <p:grpSpPr>
            <a:xfrm>
              <a:off x="6808627" y="3477108"/>
              <a:ext cx="2315711" cy="2821465"/>
              <a:chOff x="6808627" y="3477108"/>
              <a:chExt cx="2315711" cy="2821465"/>
            </a:xfrm>
          </p:grpSpPr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5A0281A8-27DB-1509-D779-961066AE1E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52738" y="428735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E1461262-DFB0-6F6B-80E8-52F297AB24E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667138" y="423201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78229441-959E-C289-4897-366BFEF8F5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09938" y="347710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K</a:t>
                </a:r>
              </a:p>
            </p:txBody>
          </p:sp>
          <p:cxnSp>
            <p:nvCxnSpPr>
              <p:cNvPr id="196" name="Straight Arrow Connector 195">
                <a:extLst>
                  <a:ext uri="{FF2B5EF4-FFF2-40B4-BE49-F238E27FC236}">
                    <a16:creationId xmlns:a16="http://schemas.microsoft.com/office/drawing/2014/main" id="{E96A65CF-BA18-3CE0-6929-B345E492172B}"/>
                  </a:ext>
                </a:extLst>
              </p:cNvPr>
              <p:cNvCxnSpPr>
                <a:stCxn id="193" idx="3"/>
                <a:endCxn id="190" idx="0"/>
              </p:cNvCxnSpPr>
              <p:nvPr/>
            </p:nvCxnSpPr>
            <p:spPr>
              <a:xfrm flipH="1">
                <a:off x="7981338" y="3867353"/>
                <a:ext cx="295555" cy="419997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Arrow Connector 196">
                <a:extLst>
                  <a:ext uri="{FF2B5EF4-FFF2-40B4-BE49-F238E27FC236}">
                    <a16:creationId xmlns:a16="http://schemas.microsoft.com/office/drawing/2014/main" id="{CB1E24E4-3345-48E0-4030-F4275D1ED5EA}"/>
                  </a:ext>
                </a:extLst>
              </p:cNvPr>
              <p:cNvCxnSpPr>
                <a:stCxn id="193" idx="5"/>
                <a:endCxn id="192" idx="0"/>
              </p:cNvCxnSpPr>
              <p:nvPr/>
            </p:nvCxnSpPr>
            <p:spPr>
              <a:xfrm>
                <a:off x="8600183" y="3867353"/>
                <a:ext cx="295555" cy="3646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CF25301D-B5E3-AF22-51D3-A046316C8B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65827" y="507923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cxnSp>
            <p:nvCxnSpPr>
              <p:cNvPr id="199" name="Straight Arrow Connector 198">
                <a:extLst>
                  <a:ext uri="{FF2B5EF4-FFF2-40B4-BE49-F238E27FC236}">
                    <a16:creationId xmlns:a16="http://schemas.microsoft.com/office/drawing/2014/main" id="{0FF88F17-9CA1-4E50-7C0C-4982070F4B53}"/>
                  </a:ext>
                </a:extLst>
              </p:cNvPr>
              <p:cNvCxnSpPr>
                <a:stCxn id="190" idx="3"/>
                <a:endCxn id="198" idx="0"/>
              </p:cNvCxnSpPr>
              <p:nvPr/>
            </p:nvCxnSpPr>
            <p:spPr>
              <a:xfrm flipH="1">
                <a:off x="7494427" y="4677595"/>
                <a:ext cx="325266" cy="4016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94E7EC48-1FDA-0C2C-12BD-E825B23301A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05512" y="507923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G</a:t>
                </a:r>
              </a:p>
            </p:txBody>
          </p:sp>
          <p:cxnSp>
            <p:nvCxnSpPr>
              <p:cNvPr id="202" name="Straight Arrow Connector 201">
                <a:extLst>
                  <a:ext uri="{FF2B5EF4-FFF2-40B4-BE49-F238E27FC236}">
                    <a16:creationId xmlns:a16="http://schemas.microsoft.com/office/drawing/2014/main" id="{7FD24D90-CFD9-0B59-8DCE-A0661C90C918}"/>
                  </a:ext>
                </a:extLst>
              </p:cNvPr>
              <p:cNvCxnSpPr>
                <a:stCxn id="190" idx="5"/>
                <a:endCxn id="201" idx="0"/>
              </p:cNvCxnSpPr>
              <p:nvPr/>
            </p:nvCxnSpPr>
            <p:spPr>
              <a:xfrm>
                <a:off x="8142983" y="4677595"/>
                <a:ext cx="291129" cy="401643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A14F77B6-E55A-F965-2E47-24C3F12D30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08627" y="584137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213" name="Straight Arrow Connector 212">
                <a:extLst>
                  <a:ext uri="{FF2B5EF4-FFF2-40B4-BE49-F238E27FC236}">
                    <a16:creationId xmlns:a16="http://schemas.microsoft.com/office/drawing/2014/main" id="{85B2F0F8-CD6C-C0C9-1C95-C0BD1DFFCB5E}"/>
                  </a:ext>
                </a:extLst>
              </p:cNvPr>
              <p:cNvCxnSpPr>
                <a:stCxn id="198" idx="3"/>
                <a:endCxn id="209" idx="0"/>
              </p:cNvCxnSpPr>
              <p:nvPr/>
            </p:nvCxnSpPr>
            <p:spPr>
              <a:xfrm flipH="1">
                <a:off x="7037227" y="5469483"/>
                <a:ext cx="295555" cy="3718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4" name="Down Arrow 213">
              <a:extLst>
                <a:ext uri="{FF2B5EF4-FFF2-40B4-BE49-F238E27FC236}">
                  <a16:creationId xmlns:a16="http://schemas.microsoft.com/office/drawing/2014/main" id="{595D0F81-F8B4-17E3-F389-073495874556}"/>
                </a:ext>
              </a:extLst>
            </p:cNvPr>
            <p:cNvSpPr/>
            <p:nvPr/>
          </p:nvSpPr>
          <p:spPr>
            <a:xfrm rot="16200000">
              <a:off x="6599705" y="4297577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LEFT</a:t>
              </a:r>
            </a:p>
          </p:txBody>
        </p:sp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3DE483B9-016D-E026-2812-A6863F482BD6}"/>
                </a:ext>
              </a:extLst>
            </p:cNvPr>
            <p:cNvGrpSpPr/>
            <p:nvPr/>
          </p:nvGrpSpPr>
          <p:grpSpPr>
            <a:xfrm>
              <a:off x="9618870" y="3305889"/>
              <a:ext cx="2423963" cy="2282032"/>
              <a:chOff x="9618870" y="3305889"/>
              <a:chExt cx="2423963" cy="2282032"/>
            </a:xfrm>
          </p:grpSpPr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270450A3-C3DF-7E11-C7F5-9CF93C7F244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562981" y="354143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F5DD5730-E7AE-B88D-5FFA-5CDD8275B17A}"/>
                  </a:ext>
                </a:extLst>
              </p:cNvPr>
              <p:cNvSpPr txBox="1"/>
              <p:nvPr/>
            </p:nvSpPr>
            <p:spPr>
              <a:xfrm>
                <a:off x="10646237" y="3305889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7FAAF18D-149F-E406-93AA-467CBC594A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585633" y="513072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FFF837E1-A10B-8EF1-932E-DD3D86A84E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128433" y="437581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K</a:t>
                </a:r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A86909A7-716F-838B-7E95-18E7BF708E1A}"/>
                  </a:ext>
                </a:extLst>
              </p:cNvPr>
              <p:cNvSpPr txBox="1"/>
              <p:nvPr/>
            </p:nvSpPr>
            <p:spPr>
              <a:xfrm>
                <a:off x="11733123" y="4889849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cxnSp>
            <p:nvCxnSpPr>
              <p:cNvPr id="222" name="Straight Arrow Connector 221">
                <a:extLst>
                  <a:ext uri="{FF2B5EF4-FFF2-40B4-BE49-F238E27FC236}">
                    <a16:creationId xmlns:a16="http://schemas.microsoft.com/office/drawing/2014/main" id="{7C658E71-4C09-3278-CE58-D1D37DC755DB}"/>
                  </a:ext>
                </a:extLst>
              </p:cNvPr>
              <p:cNvCxnSpPr>
                <a:stCxn id="218" idx="5"/>
                <a:endCxn id="217" idx="0"/>
              </p:cNvCxnSpPr>
              <p:nvPr/>
            </p:nvCxnSpPr>
            <p:spPr>
              <a:xfrm>
                <a:off x="11518678" y="4766062"/>
                <a:ext cx="295555" cy="3646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7B136231-AF1D-3C54-220A-00E1FB9005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76070" y="433332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cxnSp>
            <p:nvCxnSpPr>
              <p:cNvPr id="224" name="Straight Arrow Connector 223">
                <a:extLst>
                  <a:ext uri="{FF2B5EF4-FFF2-40B4-BE49-F238E27FC236}">
                    <a16:creationId xmlns:a16="http://schemas.microsoft.com/office/drawing/2014/main" id="{B1623EFA-0857-19E3-5492-AD49D9F320EF}"/>
                  </a:ext>
                </a:extLst>
              </p:cNvPr>
              <p:cNvCxnSpPr>
                <a:stCxn id="215" idx="3"/>
                <a:endCxn id="223" idx="0"/>
              </p:cNvCxnSpPr>
              <p:nvPr/>
            </p:nvCxnSpPr>
            <p:spPr>
              <a:xfrm flipH="1">
                <a:off x="10304670" y="3931683"/>
                <a:ext cx="325266" cy="4016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E3561317-E410-7C41-B3CA-77D269ECDE7C}"/>
                  </a:ext>
                </a:extLst>
              </p:cNvPr>
              <p:cNvSpPr txBox="1"/>
              <p:nvPr/>
            </p:nvSpPr>
            <p:spPr>
              <a:xfrm>
                <a:off x="10080987" y="4087105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CAB2C85F-6F0F-732B-BDED-3D7780ED51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671233" y="512709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G</a:t>
                </a:r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00B90038-60A3-C155-36B4-44ADE34A8A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618870" y="509546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230" name="Straight Arrow Connector 229">
                <a:extLst>
                  <a:ext uri="{FF2B5EF4-FFF2-40B4-BE49-F238E27FC236}">
                    <a16:creationId xmlns:a16="http://schemas.microsoft.com/office/drawing/2014/main" id="{8E0AEA71-DBA4-C6FB-B816-DD4EF1B8AD3D}"/>
                  </a:ext>
                </a:extLst>
              </p:cNvPr>
              <p:cNvCxnSpPr>
                <a:stCxn id="223" idx="3"/>
                <a:endCxn id="229" idx="0"/>
              </p:cNvCxnSpPr>
              <p:nvPr/>
            </p:nvCxnSpPr>
            <p:spPr>
              <a:xfrm flipH="1">
                <a:off x="9847470" y="4723571"/>
                <a:ext cx="295555" cy="3718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Arrow Connector 231">
                <a:extLst>
                  <a:ext uri="{FF2B5EF4-FFF2-40B4-BE49-F238E27FC236}">
                    <a16:creationId xmlns:a16="http://schemas.microsoft.com/office/drawing/2014/main" id="{0CC904C3-F029-4E14-DECA-AF2FEE4816BC}"/>
                  </a:ext>
                </a:extLst>
              </p:cNvPr>
              <p:cNvCxnSpPr>
                <a:stCxn id="218" idx="3"/>
                <a:endCxn id="226" idx="0"/>
              </p:cNvCxnSpPr>
              <p:nvPr/>
            </p:nvCxnSpPr>
            <p:spPr>
              <a:xfrm flipH="1">
                <a:off x="10899833" y="4766062"/>
                <a:ext cx="295555" cy="3610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Arrow Connector 234">
                <a:extLst>
                  <a:ext uri="{FF2B5EF4-FFF2-40B4-BE49-F238E27FC236}">
                    <a16:creationId xmlns:a16="http://schemas.microsoft.com/office/drawing/2014/main" id="{03D5D893-A860-462C-E06D-A77C55A2B3CA}"/>
                  </a:ext>
                </a:extLst>
              </p:cNvPr>
              <p:cNvCxnSpPr>
                <a:cxnSpLocks/>
                <a:stCxn id="215" idx="5"/>
                <a:endCxn id="218" idx="0"/>
              </p:cNvCxnSpPr>
              <p:nvPr/>
            </p:nvCxnSpPr>
            <p:spPr>
              <a:xfrm>
                <a:off x="10953226" y="3931683"/>
                <a:ext cx="403807" cy="4441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19CE6025-0B1C-6A6A-8E95-B2C2D6B844E9}"/>
                  </a:ext>
                </a:extLst>
              </p:cNvPr>
              <p:cNvSpPr txBox="1"/>
              <p:nvPr/>
            </p:nvSpPr>
            <p:spPr>
              <a:xfrm>
                <a:off x="11273463" y="4117996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8707F9D8-F1EB-E2D4-C9B0-C93AE5356971}"/>
                  </a:ext>
                </a:extLst>
              </p:cNvPr>
              <p:cNvSpPr txBox="1"/>
              <p:nvPr/>
            </p:nvSpPr>
            <p:spPr>
              <a:xfrm>
                <a:off x="10695204" y="4895759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E5431FF3-3AD5-7F86-ED44-22DF6A0D89E8}"/>
                  </a:ext>
                </a:extLst>
              </p:cNvPr>
              <p:cNvSpPr txBox="1"/>
              <p:nvPr/>
            </p:nvSpPr>
            <p:spPr>
              <a:xfrm>
                <a:off x="9636305" y="4878416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B5ED1D1-5881-4342-26AF-A3076F4F4CEE}"/>
              </a:ext>
            </a:extLst>
          </p:cNvPr>
          <p:cNvGrpSpPr/>
          <p:nvPr/>
        </p:nvGrpSpPr>
        <p:grpSpPr>
          <a:xfrm>
            <a:off x="345170" y="561921"/>
            <a:ext cx="6832263" cy="2244622"/>
            <a:chOff x="345170" y="561921"/>
            <a:chExt cx="6832263" cy="224462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2E2140C-9DDD-D0FB-CD9F-48C162D819D3}"/>
                </a:ext>
              </a:extLst>
            </p:cNvPr>
            <p:cNvGrpSpPr/>
            <p:nvPr/>
          </p:nvGrpSpPr>
          <p:grpSpPr>
            <a:xfrm>
              <a:off x="345170" y="690751"/>
              <a:ext cx="914400" cy="1426984"/>
              <a:chOff x="345170" y="690751"/>
              <a:chExt cx="914400" cy="1426984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CE5CECFE-4EDB-8DC0-5E59-C547E779640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2370" y="90468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6FBD038F-8B89-0AEE-EF97-5303805826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5170" y="166053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D97F4B-042E-5444-735E-5CA132AE2437}"/>
                  </a:ext>
                </a:extLst>
              </p:cNvPr>
              <p:cNvSpPr txBox="1"/>
              <p:nvPr/>
            </p:nvSpPr>
            <p:spPr>
              <a:xfrm>
                <a:off x="869325" y="690751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93C856BB-98D6-B8B0-E02F-B8E54EB0036E}"/>
                  </a:ext>
                </a:extLst>
              </p:cNvPr>
              <p:cNvCxnSpPr>
                <a:stCxn id="13" idx="3"/>
                <a:endCxn id="14" idx="0"/>
              </p:cNvCxnSpPr>
              <p:nvPr/>
            </p:nvCxnSpPr>
            <p:spPr>
              <a:xfrm flipH="1">
                <a:off x="573770" y="1294934"/>
                <a:ext cx="295555" cy="3656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65F85E-1E65-2842-58BC-5CA1DA5EDCAC}"/>
                  </a:ext>
                </a:extLst>
              </p:cNvPr>
              <p:cNvSpPr txBox="1"/>
              <p:nvPr/>
            </p:nvSpPr>
            <p:spPr>
              <a:xfrm>
                <a:off x="345170" y="1433931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D9BC97B1-BB80-C8B7-7A26-042663A7BD82}"/>
                </a:ext>
              </a:extLst>
            </p:cNvPr>
            <p:cNvSpPr/>
            <p:nvPr/>
          </p:nvSpPr>
          <p:spPr>
            <a:xfrm rot="18832606">
              <a:off x="1830716" y="1295158"/>
              <a:ext cx="609600" cy="600364"/>
            </a:xfrm>
            <a:prstGeom prst="arc">
              <a:avLst/>
            </a:prstGeom>
            <a:ln>
              <a:solidFill>
                <a:srgbClr val="FF0000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C8B0E88E-1C7D-183C-87DF-A2849EE704A3}"/>
                </a:ext>
              </a:extLst>
            </p:cNvPr>
            <p:cNvGrpSpPr/>
            <p:nvPr/>
          </p:nvGrpSpPr>
          <p:grpSpPr>
            <a:xfrm>
              <a:off x="1917445" y="561921"/>
              <a:ext cx="1031518" cy="2244622"/>
              <a:chOff x="1917445" y="561921"/>
              <a:chExt cx="1031518" cy="2244622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72381AE-43AB-0B1A-5469-9430F159B2B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4645" y="234934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K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8159FE-C301-5683-98CB-6B610DF0BE62}"/>
                  </a:ext>
                </a:extLst>
              </p:cNvPr>
              <p:cNvSpPr txBox="1"/>
              <p:nvPr/>
            </p:nvSpPr>
            <p:spPr>
              <a:xfrm>
                <a:off x="2543402" y="2103122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F3211262-415E-AB00-D277-E6B10CC2D24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74645" y="77732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1FC9AB6-D59F-4B97-6E84-4C2307966CA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17445" y="153317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3D373C0-38D5-8F0B-DF93-BCBCF4E67279}"/>
                  </a:ext>
                </a:extLst>
              </p:cNvPr>
              <p:cNvSpPr txBox="1"/>
              <p:nvPr/>
            </p:nvSpPr>
            <p:spPr>
              <a:xfrm>
                <a:off x="2441600" y="563387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>
                    <a:solidFill>
                      <a:srgbClr val="FF0000"/>
                    </a:solidFill>
                  </a:rPr>
                  <a:t>-2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057701E8-C21D-3FC0-AFF1-E9AC282F6D64}"/>
                  </a:ext>
                </a:extLst>
              </p:cNvPr>
              <p:cNvCxnSpPr>
                <a:stCxn id="18" idx="3"/>
                <a:endCxn id="19" idx="0"/>
              </p:cNvCxnSpPr>
              <p:nvPr/>
            </p:nvCxnSpPr>
            <p:spPr>
              <a:xfrm flipH="1">
                <a:off x="2146045" y="1167570"/>
                <a:ext cx="295555" cy="3656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C79884-113E-67ED-8EB7-8E5041BF3274}"/>
                  </a:ext>
                </a:extLst>
              </p:cNvPr>
              <p:cNvSpPr txBox="1"/>
              <p:nvPr/>
            </p:nvSpPr>
            <p:spPr>
              <a:xfrm>
                <a:off x="1917445" y="1306567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C23D0AC-260B-D39C-49F6-79CFC0A2FECF}"/>
                  </a:ext>
                </a:extLst>
              </p:cNvPr>
              <p:cNvCxnSpPr>
                <a:stCxn id="19" idx="5"/>
                <a:endCxn id="15" idx="0"/>
              </p:cNvCxnSpPr>
              <p:nvPr/>
            </p:nvCxnSpPr>
            <p:spPr>
              <a:xfrm>
                <a:off x="2307690" y="1923416"/>
                <a:ext cx="295555" cy="4259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F4AFE8B1-76C9-DD30-D1F4-40E8C95057DB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172755">
                <a:off x="2217443" y="561921"/>
                <a:ext cx="731520" cy="731520"/>
              </a:xfrm>
              <a:prstGeom prst="arc">
                <a:avLst/>
              </a:prstGeom>
              <a:ln>
                <a:solidFill>
                  <a:srgbClr val="00B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3B723F7-942F-8784-807A-7703CFF7EE95}"/>
                </a:ext>
              </a:extLst>
            </p:cNvPr>
            <p:cNvGrpSpPr/>
            <p:nvPr/>
          </p:nvGrpSpPr>
          <p:grpSpPr>
            <a:xfrm>
              <a:off x="3547133" y="777325"/>
              <a:ext cx="1371600" cy="2023288"/>
              <a:chOff x="3547133" y="777325"/>
              <a:chExt cx="1371600" cy="2023288"/>
            </a:xfrm>
            <a:noFill/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4754C9C9-5AFD-2CEF-30EC-BA7DEF0BA91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47133" y="2343413"/>
                <a:ext cx="457200" cy="457200"/>
              </a:xfrm>
              <a:prstGeom prst="ellipse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CE780A6C-91EC-253C-71C8-55646AA27D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61533" y="777325"/>
                <a:ext cx="457200" cy="457200"/>
              </a:xfrm>
              <a:prstGeom prst="ellipse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CBC12E5-59C3-2D2E-5776-8239479741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04333" y="1533171"/>
                <a:ext cx="457200" cy="457200"/>
              </a:xfrm>
              <a:prstGeom prst="ellipse">
                <a:avLst/>
              </a:prstGeom>
              <a:grpFill/>
              <a:ln>
                <a:solidFill>
                  <a:schemeClr val="bg2">
                    <a:lumMod val="9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K</a:t>
                </a:r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DDE55135-9A8D-0832-0C5B-CA6CFB2F2598}"/>
                  </a:ext>
                </a:extLst>
              </p:cNvPr>
              <p:cNvCxnSpPr>
                <a:stCxn id="54" idx="3"/>
                <a:endCxn id="55" idx="0"/>
              </p:cNvCxnSpPr>
              <p:nvPr/>
            </p:nvCxnSpPr>
            <p:spPr>
              <a:xfrm flipH="1">
                <a:off x="4232933" y="1167570"/>
                <a:ext cx="295555" cy="365601"/>
              </a:xfrm>
              <a:prstGeom prst="straightConnector1">
                <a:avLst/>
              </a:prstGeom>
              <a:grpFill/>
              <a:ln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338837D2-47BC-894D-FD24-F1F89C3EC1B6}"/>
                  </a:ext>
                </a:extLst>
              </p:cNvPr>
              <p:cNvCxnSpPr>
                <a:stCxn id="55" idx="3"/>
                <a:endCxn id="52" idx="0"/>
              </p:cNvCxnSpPr>
              <p:nvPr/>
            </p:nvCxnSpPr>
            <p:spPr>
              <a:xfrm flipH="1">
                <a:off x="3775733" y="1923416"/>
                <a:ext cx="295555" cy="419997"/>
              </a:xfrm>
              <a:prstGeom prst="straightConnector1">
                <a:avLst/>
              </a:prstGeom>
              <a:grpFill/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C4927EA-87DE-A7AD-D917-158062368BDC}"/>
                </a:ext>
              </a:extLst>
            </p:cNvPr>
            <p:cNvGrpSpPr/>
            <p:nvPr/>
          </p:nvGrpSpPr>
          <p:grpSpPr>
            <a:xfrm>
              <a:off x="5801118" y="991229"/>
              <a:ext cx="1376315" cy="1486411"/>
              <a:chOff x="5380725" y="1049236"/>
              <a:chExt cx="1376315" cy="1486411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5BE1AB70-1830-53B7-1CC0-ED3054ACC3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385440" y="207844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DD7BB6F-B1D6-A2DC-9B56-7B5A5130DA93}"/>
                  </a:ext>
                </a:extLst>
              </p:cNvPr>
              <p:cNvSpPr txBox="1"/>
              <p:nvPr/>
            </p:nvSpPr>
            <p:spPr>
              <a:xfrm>
                <a:off x="5380725" y="1852769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28E39474-60F0-CBC4-C153-13D35C4EA8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299840" y="202310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Q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212DA1C-379B-CE5F-F982-4CDE9B03524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42640" y="126820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K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83A4C8B-9622-0A52-7437-7B744F3B038F}"/>
                  </a:ext>
                </a:extLst>
              </p:cNvPr>
              <p:cNvSpPr txBox="1"/>
              <p:nvPr/>
            </p:nvSpPr>
            <p:spPr>
              <a:xfrm>
                <a:off x="6447330" y="1782237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5F008146-709B-8291-4B67-7BAF2EDCB378}"/>
                  </a:ext>
                </a:extLst>
              </p:cNvPr>
              <p:cNvSpPr txBox="1"/>
              <p:nvPr/>
            </p:nvSpPr>
            <p:spPr>
              <a:xfrm>
                <a:off x="5932665" y="1049236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cxnSp>
            <p:nvCxnSpPr>
              <p:cNvPr id="71" name="Straight Arrow Connector 70">
                <a:extLst>
                  <a:ext uri="{FF2B5EF4-FFF2-40B4-BE49-F238E27FC236}">
                    <a16:creationId xmlns:a16="http://schemas.microsoft.com/office/drawing/2014/main" id="{B5CF08F7-E6B7-0003-141B-D4E6B1BD1567}"/>
                  </a:ext>
                </a:extLst>
              </p:cNvPr>
              <p:cNvCxnSpPr>
                <a:stCxn id="67" idx="3"/>
                <a:endCxn id="64" idx="0"/>
              </p:cNvCxnSpPr>
              <p:nvPr/>
            </p:nvCxnSpPr>
            <p:spPr>
              <a:xfrm flipH="1">
                <a:off x="5614040" y="1658450"/>
                <a:ext cx="295555" cy="4199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A4BB9DCF-D6BC-960C-C210-F59F199AAE8B}"/>
                  </a:ext>
                </a:extLst>
              </p:cNvPr>
              <p:cNvCxnSpPr>
                <a:stCxn id="67" idx="5"/>
                <a:endCxn id="66" idx="0"/>
              </p:cNvCxnSpPr>
              <p:nvPr/>
            </p:nvCxnSpPr>
            <p:spPr>
              <a:xfrm>
                <a:off x="6232885" y="1658450"/>
                <a:ext cx="295555" cy="36465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1" name="Down Arrow 210">
              <a:extLst>
                <a:ext uri="{FF2B5EF4-FFF2-40B4-BE49-F238E27FC236}">
                  <a16:creationId xmlns:a16="http://schemas.microsoft.com/office/drawing/2014/main" id="{EB3D03C6-C5BA-D305-5C4E-C51EB8BC1302}"/>
                </a:ext>
              </a:extLst>
            </p:cNvPr>
            <p:cNvSpPr/>
            <p:nvPr/>
          </p:nvSpPr>
          <p:spPr>
            <a:xfrm rot="16200000">
              <a:off x="3185277" y="1058044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LEFT</a:t>
              </a:r>
            </a:p>
          </p:txBody>
        </p:sp>
        <p:sp>
          <p:nvSpPr>
            <p:cNvPr id="242" name="Down Arrow 241">
              <a:extLst>
                <a:ext uri="{FF2B5EF4-FFF2-40B4-BE49-F238E27FC236}">
                  <a16:creationId xmlns:a16="http://schemas.microsoft.com/office/drawing/2014/main" id="{7C9B60AB-CDAE-8768-0961-8FF7479E5100}"/>
                </a:ext>
              </a:extLst>
            </p:cNvPr>
            <p:cNvSpPr/>
            <p:nvPr/>
          </p:nvSpPr>
          <p:spPr>
            <a:xfrm rot="16200000">
              <a:off x="5218280" y="1058045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RIGHT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191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B943B-E7D7-A8D6-7E92-784FAB5CF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EE5456-B53C-713E-1849-AC43BB593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AVL Trees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FA58BA-D6C9-6EF2-DC09-28F752FFA5D5}"/>
              </a:ext>
            </a:extLst>
          </p:cNvPr>
          <p:cNvSpPr txBox="1"/>
          <p:nvPr/>
        </p:nvSpPr>
        <p:spPr>
          <a:xfrm>
            <a:off x="183187" y="140397"/>
            <a:ext cx="14754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Right-Left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D1DF753-BDC0-8629-9A51-9B2B49FE05EE}"/>
              </a:ext>
            </a:extLst>
          </p:cNvPr>
          <p:cNvSpPr txBox="1"/>
          <p:nvPr/>
        </p:nvSpPr>
        <p:spPr>
          <a:xfrm>
            <a:off x="7467762" y="271900"/>
            <a:ext cx="45410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the unbalanced node is right-heavy and</a:t>
            </a:r>
            <a:br>
              <a:rPr lang="en-US" sz="1600" dirty="0"/>
            </a:br>
            <a:r>
              <a:rPr lang="en-US" sz="1600" dirty="0"/>
              <a:t>its left child node is left-heavy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FF0000"/>
                </a:solidFill>
              </a:rPr>
              <a:t>first a right rotation of the right child node,</a:t>
            </a:r>
            <a:br>
              <a:rPr lang="en-US" sz="1600" dirty="0"/>
            </a:br>
            <a:r>
              <a:rPr lang="en-US" sz="1600" b="1" dirty="0">
                <a:solidFill>
                  <a:srgbClr val="00B050"/>
                </a:solidFill>
              </a:rPr>
              <a:t>and then a left rotation of the unbalanced node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2CBD86B-5F80-45F3-16A8-EC367F7DC90E}"/>
              </a:ext>
            </a:extLst>
          </p:cNvPr>
          <p:cNvGrpSpPr/>
          <p:nvPr/>
        </p:nvGrpSpPr>
        <p:grpSpPr>
          <a:xfrm>
            <a:off x="479079" y="509417"/>
            <a:ext cx="6309198" cy="2080939"/>
            <a:chOff x="479079" y="509417"/>
            <a:chExt cx="6309198" cy="2080939"/>
          </a:xfrm>
        </p:grpSpPr>
        <p:sp>
          <p:nvSpPr>
            <p:cNvPr id="211" name="Down Arrow 210">
              <a:extLst>
                <a:ext uri="{FF2B5EF4-FFF2-40B4-BE49-F238E27FC236}">
                  <a16:creationId xmlns:a16="http://schemas.microsoft.com/office/drawing/2014/main" id="{2BB601D7-E39B-C36C-DCA0-4A5D9271A956}"/>
                </a:ext>
              </a:extLst>
            </p:cNvPr>
            <p:cNvSpPr/>
            <p:nvPr/>
          </p:nvSpPr>
          <p:spPr>
            <a:xfrm rot="16200000">
              <a:off x="5027806" y="496122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LEFT</a:t>
              </a:r>
            </a:p>
          </p:txBody>
        </p:sp>
        <p:sp>
          <p:nvSpPr>
            <p:cNvPr id="242" name="Down Arrow 241">
              <a:extLst>
                <a:ext uri="{FF2B5EF4-FFF2-40B4-BE49-F238E27FC236}">
                  <a16:creationId xmlns:a16="http://schemas.microsoft.com/office/drawing/2014/main" id="{629E6A0F-DBBC-6485-A245-BDB8D5C0AA05}"/>
                </a:ext>
              </a:extLst>
            </p:cNvPr>
            <p:cNvSpPr/>
            <p:nvPr/>
          </p:nvSpPr>
          <p:spPr>
            <a:xfrm rot="16200000">
              <a:off x="3214058" y="1530666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RIGHT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82B859C-5BC8-1951-53AE-2EC97EB3DFCD}"/>
                </a:ext>
              </a:extLst>
            </p:cNvPr>
            <p:cNvGrpSpPr/>
            <p:nvPr/>
          </p:nvGrpSpPr>
          <p:grpSpPr>
            <a:xfrm>
              <a:off x="479079" y="738017"/>
              <a:ext cx="912955" cy="1366432"/>
              <a:chOff x="802370" y="671650"/>
              <a:chExt cx="912955" cy="1366432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12A027F-AE25-A910-AB6C-753C313214F1}"/>
                  </a:ext>
                </a:extLst>
              </p:cNvPr>
              <p:cNvSpPr txBox="1"/>
              <p:nvPr/>
            </p:nvSpPr>
            <p:spPr>
              <a:xfrm>
                <a:off x="869325" y="671650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8CE3741-852E-A76A-AE1D-4BF1188A28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02370" y="88558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2BF091F-2E59-7D14-A372-24AE53B8EA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258125" y="1580882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A6E49C-F6D5-4339-50E9-6050CCB21A38}"/>
                  </a:ext>
                </a:extLst>
              </p:cNvPr>
              <p:cNvSpPr txBox="1"/>
              <p:nvPr/>
            </p:nvSpPr>
            <p:spPr>
              <a:xfrm>
                <a:off x="1425437" y="1349191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7546594-38F0-0881-1253-300F1B459870}"/>
                  </a:ext>
                </a:extLst>
              </p:cNvPr>
              <p:cNvCxnSpPr>
                <a:stCxn id="13" idx="5"/>
                <a:endCxn id="14" idx="0"/>
              </p:cNvCxnSpPr>
              <p:nvPr/>
            </p:nvCxnSpPr>
            <p:spPr>
              <a:xfrm>
                <a:off x="1192615" y="1275833"/>
                <a:ext cx="294110" cy="305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0372854-EFB8-93A0-169E-EFF950CEBA63}"/>
                </a:ext>
              </a:extLst>
            </p:cNvPr>
            <p:cNvGrpSpPr/>
            <p:nvPr/>
          </p:nvGrpSpPr>
          <p:grpSpPr>
            <a:xfrm>
              <a:off x="1803979" y="509417"/>
              <a:ext cx="1125029" cy="2080939"/>
              <a:chOff x="1803979" y="509417"/>
              <a:chExt cx="1125029" cy="2080939"/>
            </a:xfrm>
          </p:grpSpPr>
          <p:sp>
            <p:nvSpPr>
              <p:cNvPr id="49" name="Arc 48">
                <a:extLst>
                  <a:ext uri="{FF2B5EF4-FFF2-40B4-BE49-F238E27FC236}">
                    <a16:creationId xmlns:a16="http://schemas.microsoft.com/office/drawing/2014/main" id="{63D4C1C6-FB3F-9A96-24D0-6E83CAD54CEC}"/>
                  </a:ext>
                </a:extLst>
              </p:cNvPr>
              <p:cNvSpPr/>
              <p:nvPr/>
            </p:nvSpPr>
            <p:spPr>
              <a:xfrm rot="18832606">
                <a:off x="1799361" y="515167"/>
                <a:ext cx="609600" cy="600364"/>
              </a:xfrm>
              <a:prstGeom prst="arc">
                <a:avLst/>
              </a:prstGeom>
              <a:ln>
                <a:solidFill>
                  <a:srgbClr val="00B050"/>
                </a:solidFill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D08871C3-664C-3B8D-CD18-61EC6798C641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172755">
                <a:off x="2197488" y="1193679"/>
                <a:ext cx="731520" cy="731520"/>
              </a:xfrm>
              <a:prstGeom prst="arc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777825-687D-CF28-005C-E3013F2E9696}"/>
                  </a:ext>
                </a:extLst>
              </p:cNvPr>
              <p:cNvSpPr txBox="1"/>
              <p:nvPr/>
            </p:nvSpPr>
            <p:spPr>
              <a:xfrm>
                <a:off x="1939976" y="509417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>
                    <a:solidFill>
                      <a:srgbClr val="FF0000"/>
                    </a:solidFill>
                  </a:rPr>
                  <a:t>+2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F622141-6CDA-EB35-9DD1-2DA74492817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73021" y="72335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F897741-E8B8-0A04-07EF-533A51EBB6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28776" y="141864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29F2C9A-8F2D-500E-9260-6C2A67CA45D5}"/>
                  </a:ext>
                </a:extLst>
              </p:cNvPr>
              <p:cNvSpPr txBox="1"/>
              <p:nvPr/>
            </p:nvSpPr>
            <p:spPr>
              <a:xfrm>
                <a:off x="2496088" y="1186958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06EA109A-307B-1C2B-BDC3-903DBD3E4DAF}"/>
                  </a:ext>
                </a:extLst>
              </p:cNvPr>
              <p:cNvCxnSpPr>
                <a:stCxn id="20" idx="5"/>
                <a:endCxn id="23" idx="0"/>
              </p:cNvCxnSpPr>
              <p:nvPr/>
            </p:nvCxnSpPr>
            <p:spPr>
              <a:xfrm>
                <a:off x="2263266" y="1113600"/>
                <a:ext cx="294110" cy="305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9E3C5B1F-E36B-DB3E-397C-6397B76413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71576" y="213315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cxnSp>
            <p:nvCxnSpPr>
              <p:cNvPr id="30" name="Straight Arrow Connector 29">
                <a:extLst>
                  <a:ext uri="{FF2B5EF4-FFF2-40B4-BE49-F238E27FC236}">
                    <a16:creationId xmlns:a16="http://schemas.microsoft.com/office/drawing/2014/main" id="{BFF55BF0-CDC1-46DE-8E8C-4DC8EED63D5E}"/>
                  </a:ext>
                </a:extLst>
              </p:cNvPr>
              <p:cNvCxnSpPr>
                <a:stCxn id="23" idx="3"/>
                <a:endCxn id="27" idx="0"/>
              </p:cNvCxnSpPr>
              <p:nvPr/>
            </p:nvCxnSpPr>
            <p:spPr>
              <a:xfrm flipH="1">
                <a:off x="2100176" y="1808894"/>
                <a:ext cx="295555" cy="32426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BE093DE-5249-1283-9330-842B49C264AB}"/>
                </a:ext>
              </a:extLst>
            </p:cNvPr>
            <p:cNvGrpSpPr/>
            <p:nvPr/>
          </p:nvGrpSpPr>
          <p:grpSpPr>
            <a:xfrm>
              <a:off x="3529357" y="583949"/>
              <a:ext cx="1370155" cy="1821549"/>
              <a:chOff x="3281996" y="768807"/>
              <a:chExt cx="1370155" cy="1821549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83F8569-04C7-CCCA-E77A-D2C71466C21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1996" y="76880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4301FD9-9976-CE83-E088-A3DCD6BF2A5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37751" y="146410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085A17E5-7105-1628-E77B-E9015EE164EE}"/>
                  </a:ext>
                </a:extLst>
              </p:cNvPr>
              <p:cNvCxnSpPr>
                <a:stCxn id="38" idx="5"/>
                <a:endCxn id="39" idx="0"/>
              </p:cNvCxnSpPr>
              <p:nvPr/>
            </p:nvCxnSpPr>
            <p:spPr>
              <a:xfrm>
                <a:off x="3672241" y="1159052"/>
                <a:ext cx="294110" cy="305049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41CB49E-5B22-916C-253C-5769C1C127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194951" y="213315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369327BA-8C8D-0292-653A-583A7B74B854}"/>
                  </a:ext>
                </a:extLst>
              </p:cNvPr>
              <p:cNvCxnSpPr>
                <a:stCxn id="39" idx="5"/>
                <a:endCxn id="42" idx="0"/>
              </p:cNvCxnSpPr>
              <p:nvPr/>
            </p:nvCxnSpPr>
            <p:spPr>
              <a:xfrm>
                <a:off x="4127996" y="1854346"/>
                <a:ext cx="295555" cy="2788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CBFCD61-277F-02C5-4062-4FEBF95592B6}"/>
                </a:ext>
              </a:extLst>
            </p:cNvPr>
            <p:cNvSpPr txBox="1"/>
            <p:nvPr/>
          </p:nvSpPr>
          <p:spPr>
            <a:xfrm>
              <a:off x="1889494" y="1910695"/>
              <a:ext cx="2535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/>
                <a:t>0</a:t>
              </a: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325F8D81-B854-EDF4-0F85-3452540F675D}"/>
                </a:ext>
              </a:extLst>
            </p:cNvPr>
            <p:cNvGrpSpPr/>
            <p:nvPr/>
          </p:nvGrpSpPr>
          <p:grpSpPr>
            <a:xfrm>
              <a:off x="5418122" y="637063"/>
              <a:ext cx="1370155" cy="1375950"/>
              <a:chOff x="5051900" y="636297"/>
              <a:chExt cx="1370155" cy="1375950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00FEAC5-4B29-E861-72A0-57C0D93C3655}"/>
                  </a:ext>
                </a:extLst>
              </p:cNvPr>
              <p:cNvSpPr txBox="1"/>
              <p:nvPr/>
            </p:nvSpPr>
            <p:spPr>
              <a:xfrm>
                <a:off x="5610902" y="636297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0AEAED2C-D303-EA10-B4E6-18AF214F68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09100" y="84079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C0B0FCE4-EF61-9528-85AD-6B679CF55B0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64855" y="153608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7A615852-A144-1713-5234-176474C01505}"/>
                  </a:ext>
                </a:extLst>
              </p:cNvPr>
              <p:cNvSpPr txBox="1"/>
              <p:nvPr/>
            </p:nvSpPr>
            <p:spPr>
              <a:xfrm>
                <a:off x="6132167" y="1304393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35D660B3-753E-DED4-F72E-5C3429005F4B}"/>
                  </a:ext>
                </a:extLst>
              </p:cNvPr>
              <p:cNvCxnSpPr>
                <a:stCxn id="56" idx="5"/>
                <a:endCxn id="57" idx="0"/>
              </p:cNvCxnSpPr>
              <p:nvPr/>
            </p:nvCxnSpPr>
            <p:spPr>
              <a:xfrm>
                <a:off x="5899345" y="1231035"/>
                <a:ext cx="294110" cy="305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614FE9EC-CACB-D2DA-DBD7-5ABC1E85AA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51900" y="155504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1DCF95E4-A4ED-EF06-A12F-811DAFE92E97}"/>
                  </a:ext>
                </a:extLst>
              </p:cNvPr>
              <p:cNvCxnSpPr>
                <a:stCxn id="56" idx="3"/>
                <a:endCxn id="60" idx="0"/>
              </p:cNvCxnSpPr>
              <p:nvPr/>
            </p:nvCxnSpPr>
            <p:spPr>
              <a:xfrm flipH="1">
                <a:off x="5280500" y="1231035"/>
                <a:ext cx="295555" cy="3240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2C73DDB-88C9-334C-E162-F737E266E035}"/>
                  </a:ext>
                </a:extLst>
              </p:cNvPr>
              <p:cNvSpPr txBox="1"/>
              <p:nvPr/>
            </p:nvSpPr>
            <p:spPr>
              <a:xfrm>
                <a:off x="5068638" y="1326337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D858573-5321-7508-A29B-B491572EBAA3}"/>
              </a:ext>
            </a:extLst>
          </p:cNvPr>
          <p:cNvGrpSpPr/>
          <p:nvPr/>
        </p:nvGrpSpPr>
        <p:grpSpPr>
          <a:xfrm>
            <a:off x="249756" y="3374707"/>
            <a:ext cx="11660747" cy="2724586"/>
            <a:chOff x="249756" y="3374707"/>
            <a:chExt cx="11660747" cy="2724586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A399FAE7-0A2A-B8AD-8FAF-124898428C8D}"/>
                </a:ext>
              </a:extLst>
            </p:cNvPr>
            <p:cNvGrpSpPr/>
            <p:nvPr/>
          </p:nvGrpSpPr>
          <p:grpSpPr>
            <a:xfrm>
              <a:off x="249756" y="3754206"/>
              <a:ext cx="1791063" cy="2052281"/>
              <a:chOff x="249756" y="4234626"/>
              <a:chExt cx="1791063" cy="2052281"/>
            </a:xfrm>
          </p:grpSpPr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F574B97-C8C8-5203-3538-D3AA57121689}"/>
                  </a:ext>
                </a:extLst>
              </p:cNvPr>
              <p:cNvSpPr txBox="1"/>
              <p:nvPr/>
            </p:nvSpPr>
            <p:spPr>
              <a:xfrm>
                <a:off x="808758" y="4234626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A56B80D6-B1F8-5FB1-7BC6-6E19E41234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6956" y="443911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256AC065-4AB6-6168-ACCB-15CD3CE2CAB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2711" y="513441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9B998A8-72E1-32B0-2D8E-27485BF30B81}"/>
                  </a:ext>
                </a:extLst>
              </p:cNvPr>
              <p:cNvSpPr txBox="1"/>
              <p:nvPr/>
            </p:nvSpPr>
            <p:spPr>
              <a:xfrm>
                <a:off x="1330023" y="4902722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FBF09542-1324-30C2-5F17-2FAE157A407D}"/>
                  </a:ext>
                </a:extLst>
              </p:cNvPr>
              <p:cNvCxnSpPr>
                <a:stCxn id="89" idx="5"/>
                <a:endCxn id="91" idx="0"/>
              </p:cNvCxnSpPr>
              <p:nvPr/>
            </p:nvCxnSpPr>
            <p:spPr>
              <a:xfrm>
                <a:off x="1097201" y="4829364"/>
                <a:ext cx="294110" cy="305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D9BD6C1-618C-8D76-F451-226454C3922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756" y="515337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3D266B72-0B6E-ABA2-E6B8-97B229F31C11}"/>
                  </a:ext>
                </a:extLst>
              </p:cNvPr>
              <p:cNvCxnSpPr>
                <a:stCxn id="89" idx="3"/>
                <a:endCxn id="94" idx="0"/>
              </p:cNvCxnSpPr>
              <p:nvPr/>
            </p:nvCxnSpPr>
            <p:spPr>
              <a:xfrm flipH="1">
                <a:off x="478356" y="4829364"/>
                <a:ext cx="295555" cy="3240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D23A869-01D1-7085-7928-7A3EBDE257BF}"/>
                  </a:ext>
                </a:extLst>
              </p:cNvPr>
              <p:cNvSpPr txBox="1"/>
              <p:nvPr/>
            </p:nvSpPr>
            <p:spPr>
              <a:xfrm>
                <a:off x="266494" y="4924666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2C909557-3FC3-5E8B-0BF0-0F000DF350D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83619" y="582970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G</a:t>
                </a:r>
              </a:p>
            </p:txBody>
          </p: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7BD688D7-1741-3C79-22BE-5A0B8477A5E9}"/>
                  </a:ext>
                </a:extLst>
              </p:cNvPr>
              <p:cNvCxnSpPr>
                <a:stCxn id="91" idx="5"/>
                <a:endCxn id="97" idx="0"/>
              </p:cNvCxnSpPr>
              <p:nvPr/>
            </p:nvCxnSpPr>
            <p:spPr>
              <a:xfrm>
                <a:off x="1552956" y="5524658"/>
                <a:ext cx="259263" cy="305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4C5339D0-3B64-175D-0F74-BB4D50554C19}"/>
                  </a:ext>
                </a:extLst>
              </p:cNvPr>
              <p:cNvSpPr txBox="1"/>
              <p:nvPr/>
            </p:nvSpPr>
            <p:spPr>
              <a:xfrm>
                <a:off x="1744778" y="5583486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61AAB91B-8C85-B0DB-F497-7C20F07B69C3}"/>
                </a:ext>
              </a:extLst>
            </p:cNvPr>
            <p:cNvGrpSpPr/>
            <p:nvPr/>
          </p:nvGrpSpPr>
          <p:grpSpPr>
            <a:xfrm>
              <a:off x="2328776" y="3719978"/>
              <a:ext cx="1791063" cy="2052281"/>
              <a:chOff x="2328776" y="4200398"/>
              <a:chExt cx="1791063" cy="2052281"/>
            </a:xfrm>
          </p:grpSpPr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93558C49-8230-6398-6B1E-9B4165ADF5EF}"/>
                  </a:ext>
                </a:extLst>
              </p:cNvPr>
              <p:cNvSpPr txBox="1"/>
              <p:nvPr/>
            </p:nvSpPr>
            <p:spPr>
              <a:xfrm>
                <a:off x="2887778" y="4200398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0708DE79-3634-8A09-57F5-9BD1E83BBDB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85976" y="4404891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6A5BDF4E-7A12-39FA-7CD1-A45AE5A2387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41731" y="51001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C786A030-F614-299C-6D4A-965BBE997FD1}"/>
                  </a:ext>
                </a:extLst>
              </p:cNvPr>
              <p:cNvSpPr txBox="1"/>
              <p:nvPr/>
            </p:nvSpPr>
            <p:spPr>
              <a:xfrm>
                <a:off x="3409043" y="4868494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C8DFA83D-C047-3E4C-8898-DA7E43DEDAA6}"/>
                  </a:ext>
                </a:extLst>
              </p:cNvPr>
              <p:cNvCxnSpPr>
                <a:stCxn id="105" idx="5"/>
                <a:endCxn id="106" idx="0"/>
              </p:cNvCxnSpPr>
              <p:nvPr/>
            </p:nvCxnSpPr>
            <p:spPr>
              <a:xfrm>
                <a:off x="3176221" y="4795136"/>
                <a:ext cx="294110" cy="305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FF8C531C-8065-C28C-9FB1-4B190C9207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328776" y="511914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cxnSp>
            <p:nvCxnSpPr>
              <p:cNvPr id="111" name="Straight Arrow Connector 110">
                <a:extLst>
                  <a:ext uri="{FF2B5EF4-FFF2-40B4-BE49-F238E27FC236}">
                    <a16:creationId xmlns:a16="http://schemas.microsoft.com/office/drawing/2014/main" id="{76832181-04DD-972E-4C58-1C958682739C}"/>
                  </a:ext>
                </a:extLst>
              </p:cNvPr>
              <p:cNvCxnSpPr>
                <a:stCxn id="105" idx="3"/>
                <a:endCxn id="109" idx="0"/>
              </p:cNvCxnSpPr>
              <p:nvPr/>
            </p:nvCxnSpPr>
            <p:spPr>
              <a:xfrm flipH="1">
                <a:off x="2557376" y="4795136"/>
                <a:ext cx="295555" cy="3240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2BBB267B-17C3-4888-FAF5-81F2AD8F46C6}"/>
                  </a:ext>
                </a:extLst>
              </p:cNvPr>
              <p:cNvSpPr txBox="1"/>
              <p:nvPr/>
            </p:nvSpPr>
            <p:spPr>
              <a:xfrm>
                <a:off x="2345514" y="4890438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649878FE-9612-01BC-5344-580ECE54AA9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662639" y="579547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G</a:t>
                </a:r>
              </a:p>
            </p:txBody>
          </p:sp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221791D3-3EDF-12E3-1D2D-DD1BDB26C563}"/>
                  </a:ext>
                </a:extLst>
              </p:cNvPr>
              <p:cNvCxnSpPr>
                <a:stCxn id="106" idx="5"/>
                <a:endCxn id="113" idx="0"/>
              </p:cNvCxnSpPr>
              <p:nvPr/>
            </p:nvCxnSpPr>
            <p:spPr>
              <a:xfrm>
                <a:off x="3631976" y="5490430"/>
                <a:ext cx="259263" cy="305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BDB58109-EC0E-F960-5837-201D951DEDD7}"/>
                  </a:ext>
                </a:extLst>
              </p:cNvPr>
              <p:cNvSpPr txBox="1"/>
              <p:nvPr/>
            </p:nvSpPr>
            <p:spPr>
              <a:xfrm>
                <a:off x="3823798" y="5549258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6ADFB302-BA49-FF69-03B6-87C7D29537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84531" y="578490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5736E200-5BC0-4A92-7252-F4F9BB3ECA13}"/>
                  </a:ext>
                </a:extLst>
              </p:cNvPr>
              <p:cNvCxnSpPr>
                <a:stCxn id="106" idx="3"/>
                <a:endCxn id="116" idx="0"/>
              </p:cNvCxnSpPr>
              <p:nvPr/>
            </p:nvCxnSpPr>
            <p:spPr>
              <a:xfrm flipH="1">
                <a:off x="3013131" y="5490430"/>
                <a:ext cx="295555" cy="2944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47A33A1-EA6D-0064-F162-386F5E04C6C4}"/>
                  </a:ext>
                </a:extLst>
              </p:cNvPr>
              <p:cNvSpPr txBox="1"/>
              <p:nvPr/>
            </p:nvSpPr>
            <p:spPr>
              <a:xfrm>
                <a:off x="2871956" y="551455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EE7CD422-3D1D-B5AA-E63E-549E7A0BEDC1}"/>
                </a:ext>
              </a:extLst>
            </p:cNvPr>
            <p:cNvGrpSpPr/>
            <p:nvPr/>
          </p:nvGrpSpPr>
          <p:grpSpPr>
            <a:xfrm>
              <a:off x="4523134" y="3388020"/>
              <a:ext cx="1792508" cy="2711273"/>
              <a:chOff x="4523134" y="3388020"/>
              <a:chExt cx="1792508" cy="2711273"/>
            </a:xfrm>
          </p:grpSpPr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9528B78A-E572-BFBC-9692-6908A3AEEFBD}"/>
                  </a:ext>
                </a:extLst>
              </p:cNvPr>
              <p:cNvSpPr txBox="1"/>
              <p:nvPr/>
            </p:nvSpPr>
            <p:spPr>
              <a:xfrm>
                <a:off x="5083581" y="3391833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>
                    <a:solidFill>
                      <a:srgbClr val="FF0000"/>
                    </a:solidFill>
                  </a:rPr>
                  <a:t>+2</a:t>
                </a: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7F205BE-2DA1-7EA5-CDB2-E12345DE8D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81779" y="359632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ABAEE16F-47AE-1F50-CD37-FAE027E9A1D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437534" y="429162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F0C28C7F-CE81-C42E-F08F-AE14F09EF480}"/>
                  </a:ext>
                </a:extLst>
              </p:cNvPr>
              <p:cNvSpPr txBox="1"/>
              <p:nvPr/>
            </p:nvSpPr>
            <p:spPr>
              <a:xfrm>
                <a:off x="5604846" y="4059929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cxnSp>
            <p:nvCxnSpPr>
              <p:cNvPr id="129" name="Straight Arrow Connector 128">
                <a:extLst>
                  <a:ext uri="{FF2B5EF4-FFF2-40B4-BE49-F238E27FC236}">
                    <a16:creationId xmlns:a16="http://schemas.microsoft.com/office/drawing/2014/main" id="{0836E0D6-232A-4942-81C3-3AC0D8EB0EBF}"/>
                  </a:ext>
                </a:extLst>
              </p:cNvPr>
              <p:cNvCxnSpPr>
                <a:stCxn id="125" idx="5"/>
                <a:endCxn id="126" idx="0"/>
              </p:cNvCxnSpPr>
              <p:nvPr/>
            </p:nvCxnSpPr>
            <p:spPr>
              <a:xfrm>
                <a:off x="5372024" y="3986571"/>
                <a:ext cx="294110" cy="305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33E69EFE-99D3-78B6-BC4C-B69DB0F10E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24579" y="431058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cxnSp>
            <p:nvCxnSpPr>
              <p:cNvPr id="131" name="Straight Arrow Connector 130">
                <a:extLst>
                  <a:ext uri="{FF2B5EF4-FFF2-40B4-BE49-F238E27FC236}">
                    <a16:creationId xmlns:a16="http://schemas.microsoft.com/office/drawing/2014/main" id="{3834C88F-D0CB-D18D-EACB-790914871511}"/>
                  </a:ext>
                </a:extLst>
              </p:cNvPr>
              <p:cNvCxnSpPr>
                <a:stCxn id="125" idx="3"/>
                <a:endCxn id="130" idx="0"/>
              </p:cNvCxnSpPr>
              <p:nvPr/>
            </p:nvCxnSpPr>
            <p:spPr>
              <a:xfrm flipH="1">
                <a:off x="4753179" y="3986571"/>
                <a:ext cx="295555" cy="32401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3CC9AAD-F430-5D6D-A227-35DFB5188A3D}"/>
                  </a:ext>
                </a:extLst>
              </p:cNvPr>
              <p:cNvSpPr txBox="1"/>
              <p:nvPr/>
            </p:nvSpPr>
            <p:spPr>
              <a:xfrm>
                <a:off x="4541317" y="4081873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2514D20C-82EF-65D1-1D9E-7FE2BEC48C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8442" y="498691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G</a:t>
                </a:r>
              </a:p>
            </p:txBody>
          </p:sp>
          <p:cxnSp>
            <p:nvCxnSpPr>
              <p:cNvPr id="134" name="Straight Arrow Connector 133">
                <a:extLst>
                  <a:ext uri="{FF2B5EF4-FFF2-40B4-BE49-F238E27FC236}">
                    <a16:creationId xmlns:a16="http://schemas.microsoft.com/office/drawing/2014/main" id="{FF4D7876-45BE-13DE-6339-5E3AA43F7138}"/>
                  </a:ext>
                </a:extLst>
              </p:cNvPr>
              <p:cNvCxnSpPr>
                <a:stCxn id="126" idx="5"/>
                <a:endCxn id="133" idx="0"/>
              </p:cNvCxnSpPr>
              <p:nvPr/>
            </p:nvCxnSpPr>
            <p:spPr>
              <a:xfrm>
                <a:off x="5827779" y="4681865"/>
                <a:ext cx="259263" cy="305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6A5002E2-F665-9370-AA25-C750DCD8160D}"/>
                  </a:ext>
                </a:extLst>
              </p:cNvPr>
              <p:cNvSpPr txBox="1"/>
              <p:nvPr/>
            </p:nvSpPr>
            <p:spPr>
              <a:xfrm>
                <a:off x="6019601" y="4740693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6F1599D8-2C8E-2E89-9036-A9DD485E0BC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980334" y="4976338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cxnSp>
            <p:nvCxnSpPr>
              <p:cNvPr id="137" name="Straight Arrow Connector 136">
                <a:extLst>
                  <a:ext uri="{FF2B5EF4-FFF2-40B4-BE49-F238E27FC236}">
                    <a16:creationId xmlns:a16="http://schemas.microsoft.com/office/drawing/2014/main" id="{EC87922E-7906-CB55-4C8C-BACA20D71EB0}"/>
                  </a:ext>
                </a:extLst>
              </p:cNvPr>
              <p:cNvCxnSpPr>
                <a:stCxn id="126" idx="3"/>
                <a:endCxn id="136" idx="0"/>
              </p:cNvCxnSpPr>
              <p:nvPr/>
            </p:nvCxnSpPr>
            <p:spPr>
              <a:xfrm flipH="1">
                <a:off x="5208934" y="4681865"/>
                <a:ext cx="295555" cy="29447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5DB4B2F2-F434-EC04-A9DE-44CA5BA616E2}"/>
                  </a:ext>
                </a:extLst>
              </p:cNvPr>
              <p:cNvSpPr txBox="1"/>
              <p:nvPr/>
            </p:nvSpPr>
            <p:spPr>
              <a:xfrm>
                <a:off x="5067759" y="4705990"/>
                <a:ext cx="29687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-1</a:t>
                </a:r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628B7EB1-7F3A-CD27-27B8-8F2CD3813D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23134" y="564209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5C798268-5843-06E9-F4FE-655FC74DE62E}"/>
                  </a:ext>
                </a:extLst>
              </p:cNvPr>
              <p:cNvCxnSpPr>
                <a:stCxn id="136" idx="3"/>
                <a:endCxn id="140" idx="0"/>
              </p:cNvCxnSpPr>
              <p:nvPr/>
            </p:nvCxnSpPr>
            <p:spPr>
              <a:xfrm flipH="1">
                <a:off x="4751734" y="5366583"/>
                <a:ext cx="295555" cy="2755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0080B0F9-A88D-8126-E18D-4BEFF6A38B8C}"/>
                  </a:ext>
                </a:extLst>
              </p:cNvPr>
              <p:cNvSpPr txBox="1"/>
              <p:nvPr/>
            </p:nvSpPr>
            <p:spPr>
              <a:xfrm>
                <a:off x="4560786" y="539219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145" name="Arc 144">
                <a:extLst>
                  <a:ext uri="{FF2B5EF4-FFF2-40B4-BE49-F238E27FC236}">
                    <a16:creationId xmlns:a16="http://schemas.microsoft.com/office/drawing/2014/main" id="{B8F7C061-08F8-2646-452C-8DAE80121494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9172755">
                <a:off x="5323476" y="4063481"/>
                <a:ext cx="731520" cy="731520"/>
              </a:xfrm>
              <a:prstGeom prst="arc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Arc 145">
                <a:extLst>
                  <a:ext uri="{FF2B5EF4-FFF2-40B4-BE49-F238E27FC236}">
                    <a16:creationId xmlns:a16="http://schemas.microsoft.com/office/drawing/2014/main" id="{A383731E-A89F-1A71-7968-C748F7A8221E}"/>
                  </a:ext>
                </a:extLst>
              </p:cNvPr>
              <p:cNvSpPr/>
              <p:nvPr/>
            </p:nvSpPr>
            <p:spPr>
              <a:xfrm rot="18832606">
                <a:off x="4934491" y="3392638"/>
                <a:ext cx="609600" cy="600364"/>
              </a:xfrm>
              <a:prstGeom prst="arc">
                <a:avLst/>
              </a:prstGeom>
              <a:ln>
                <a:solidFill>
                  <a:srgbClr val="00B050"/>
                </a:solidFill>
                <a:head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B090D2D0-F249-CFC8-CB96-F35A9D0407EF}"/>
                </a:ext>
              </a:extLst>
            </p:cNvPr>
            <p:cNvGrpSpPr/>
            <p:nvPr/>
          </p:nvGrpSpPr>
          <p:grpSpPr>
            <a:xfrm>
              <a:off x="6867148" y="3429000"/>
              <a:ext cx="2386033" cy="2668734"/>
              <a:chOff x="6645475" y="3323870"/>
              <a:chExt cx="2386033" cy="2668734"/>
            </a:xfrm>
          </p:grpSpPr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E7C13256-6368-A110-0DEB-2CA6F24C94C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54593" y="332387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3CAEEF9C-EF47-B191-13BF-E7A0D9BCE0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53400" y="484011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1F5791B7-5716-7897-4F20-4777F015C8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45475" y="4083063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cxnSp>
            <p:nvCxnSpPr>
              <p:cNvPr id="166" name="Straight Arrow Connector 165">
                <a:extLst>
                  <a:ext uri="{FF2B5EF4-FFF2-40B4-BE49-F238E27FC236}">
                    <a16:creationId xmlns:a16="http://schemas.microsoft.com/office/drawing/2014/main" id="{62ACF19E-18E4-7F4E-2597-B9CF77F3C559}"/>
                  </a:ext>
                </a:extLst>
              </p:cNvPr>
              <p:cNvCxnSpPr>
                <a:stCxn id="152" idx="3"/>
                <a:endCxn id="162" idx="0"/>
              </p:cNvCxnSpPr>
              <p:nvPr/>
            </p:nvCxnSpPr>
            <p:spPr>
              <a:xfrm flipH="1">
                <a:off x="6874075" y="3714115"/>
                <a:ext cx="347473" cy="36894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CEA5B12D-3060-62BE-3198-BC62ADB8728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574308" y="553540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G</a:t>
                </a:r>
              </a:p>
            </p:txBody>
          </p:sp>
          <p:cxnSp>
            <p:nvCxnSpPr>
              <p:cNvPr id="189" name="Straight Arrow Connector 188">
                <a:extLst>
                  <a:ext uri="{FF2B5EF4-FFF2-40B4-BE49-F238E27FC236}">
                    <a16:creationId xmlns:a16="http://schemas.microsoft.com/office/drawing/2014/main" id="{89A0AB39-FF75-B51F-307E-54A91F6EA5FC}"/>
                  </a:ext>
                </a:extLst>
              </p:cNvPr>
              <p:cNvCxnSpPr>
                <a:stCxn id="153" idx="5"/>
                <a:endCxn id="184" idx="0"/>
              </p:cNvCxnSpPr>
              <p:nvPr/>
            </p:nvCxnSpPr>
            <p:spPr>
              <a:xfrm>
                <a:off x="8543645" y="5230355"/>
                <a:ext cx="259263" cy="30504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14270C87-E21D-286C-7636-692E3666C2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96200" y="4079304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E9415CCF-1821-67E3-5B3F-3D0A420BC7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264320" y="4840110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9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id="{FDE50A12-3444-FD25-46B8-7B2CE1A8CB29}"/>
                  </a:ext>
                </a:extLst>
              </p:cNvPr>
              <p:cNvCxnSpPr>
                <a:cxnSpLocks/>
                <a:stCxn id="194" idx="5"/>
                <a:endCxn id="153" idx="0"/>
              </p:cNvCxnSpPr>
              <p:nvPr/>
            </p:nvCxnSpPr>
            <p:spPr>
              <a:xfrm>
                <a:off x="8086445" y="4469549"/>
                <a:ext cx="295555" cy="370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Arrow Connector 230">
                <a:extLst>
                  <a:ext uri="{FF2B5EF4-FFF2-40B4-BE49-F238E27FC236}">
                    <a16:creationId xmlns:a16="http://schemas.microsoft.com/office/drawing/2014/main" id="{A4B4480D-DF34-C127-25D5-5888B1409A4D}"/>
                  </a:ext>
                </a:extLst>
              </p:cNvPr>
              <p:cNvCxnSpPr>
                <a:stCxn id="194" idx="3"/>
                <a:endCxn id="203" idx="0"/>
              </p:cNvCxnSpPr>
              <p:nvPr/>
            </p:nvCxnSpPr>
            <p:spPr>
              <a:xfrm flipH="1">
                <a:off x="7492920" y="4469549"/>
                <a:ext cx="270235" cy="370561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Arrow Connector 243">
                <a:extLst>
                  <a:ext uri="{FF2B5EF4-FFF2-40B4-BE49-F238E27FC236}">
                    <a16:creationId xmlns:a16="http://schemas.microsoft.com/office/drawing/2014/main" id="{1FE97C8B-8D19-DBF7-E6F0-F169A6F579D9}"/>
                  </a:ext>
                </a:extLst>
              </p:cNvPr>
              <p:cNvCxnSpPr>
                <a:stCxn id="152" idx="5"/>
                <a:endCxn id="194" idx="0"/>
              </p:cNvCxnSpPr>
              <p:nvPr/>
            </p:nvCxnSpPr>
            <p:spPr>
              <a:xfrm>
                <a:off x="7544838" y="3714115"/>
                <a:ext cx="379962" cy="365189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6" name="Down Arrow 245">
              <a:extLst>
                <a:ext uri="{FF2B5EF4-FFF2-40B4-BE49-F238E27FC236}">
                  <a16:creationId xmlns:a16="http://schemas.microsoft.com/office/drawing/2014/main" id="{5956FB33-BAAB-3D4E-923E-B9EF931AA3AE}"/>
                </a:ext>
              </a:extLst>
            </p:cNvPr>
            <p:cNvSpPr/>
            <p:nvPr/>
          </p:nvSpPr>
          <p:spPr>
            <a:xfrm rot="16200000">
              <a:off x="6340568" y="3234259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RIGHT</a:t>
              </a:r>
            </a:p>
          </p:txBody>
        </p: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65D2B78C-1062-19FB-8805-344FE1862878}"/>
                </a:ext>
              </a:extLst>
            </p:cNvPr>
            <p:cNvGrpSpPr/>
            <p:nvPr/>
          </p:nvGrpSpPr>
          <p:grpSpPr>
            <a:xfrm>
              <a:off x="9809014" y="3374707"/>
              <a:ext cx="2101489" cy="2254189"/>
              <a:chOff x="9809014" y="3374707"/>
              <a:chExt cx="2101489" cy="2254189"/>
            </a:xfrm>
          </p:grpSpPr>
          <p:sp>
            <p:nvSpPr>
              <p:cNvPr id="248" name="Oval 247">
                <a:extLst>
                  <a:ext uri="{FF2B5EF4-FFF2-40B4-BE49-F238E27FC236}">
                    <a16:creationId xmlns:a16="http://schemas.microsoft.com/office/drawing/2014/main" id="{168526FC-34B4-865A-6450-D0FD4C0A3B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73025" y="436909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033FA495-ECEC-71F7-3646-DD7E634B49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030528" y="436909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F</a:t>
                </a:r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B2CE0F64-AEA0-E44C-881E-2106943A04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09014" y="5159877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A</a:t>
                </a:r>
              </a:p>
            </p:txBody>
          </p:sp>
          <p:cxnSp>
            <p:nvCxnSpPr>
              <p:cNvPr id="251" name="Straight Arrow Connector 250">
                <a:extLst>
                  <a:ext uri="{FF2B5EF4-FFF2-40B4-BE49-F238E27FC236}">
                    <a16:creationId xmlns:a16="http://schemas.microsoft.com/office/drawing/2014/main" id="{D4B56C30-75FB-63E7-F182-AE7C744AB20E}"/>
                  </a:ext>
                </a:extLst>
              </p:cNvPr>
              <p:cNvCxnSpPr>
                <a:stCxn id="248" idx="3"/>
                <a:endCxn id="250" idx="0"/>
              </p:cNvCxnSpPr>
              <p:nvPr/>
            </p:nvCxnSpPr>
            <p:spPr>
              <a:xfrm flipH="1">
                <a:off x="10037614" y="4759340"/>
                <a:ext cx="202366" cy="4005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907FDD14-8A0D-878C-C8AC-439B770654D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53303" y="517169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G</a:t>
                </a:r>
              </a:p>
            </p:txBody>
          </p: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6CC0A14A-5E6F-C48F-C577-DF839444585F}"/>
                  </a:ext>
                </a:extLst>
              </p:cNvPr>
              <p:cNvCxnSpPr>
                <a:stCxn id="249" idx="5"/>
                <a:endCxn id="252" idx="0"/>
              </p:cNvCxnSpPr>
              <p:nvPr/>
            </p:nvCxnSpPr>
            <p:spPr>
              <a:xfrm>
                <a:off x="11420773" y="4759340"/>
                <a:ext cx="261130" cy="4123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D2D1D995-A034-CE14-28BE-FAEB2730231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573328" y="3608289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E</a:t>
                </a:r>
              </a:p>
            </p:txBody>
          </p:sp>
          <p:sp>
            <p:nvSpPr>
              <p:cNvPr id="255" name="Oval 254">
                <a:extLst>
                  <a:ext uri="{FF2B5EF4-FFF2-40B4-BE49-F238E27FC236}">
                    <a16:creationId xmlns:a16="http://schemas.microsoft.com/office/drawing/2014/main" id="{EDE06256-E95C-A2D4-F967-7DC4A4D72F3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584103" y="5171696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D</a:t>
                </a:r>
              </a:p>
            </p:txBody>
          </p:sp>
          <p:cxnSp>
            <p:nvCxnSpPr>
              <p:cNvPr id="256" name="Straight Arrow Connector 255">
                <a:extLst>
                  <a:ext uri="{FF2B5EF4-FFF2-40B4-BE49-F238E27FC236}">
                    <a16:creationId xmlns:a16="http://schemas.microsoft.com/office/drawing/2014/main" id="{3429280E-E3A1-0690-9F77-AAFD655E13A1}"/>
                  </a:ext>
                </a:extLst>
              </p:cNvPr>
              <p:cNvCxnSpPr>
                <a:cxnSpLocks/>
                <a:stCxn id="254" idx="5"/>
                <a:endCxn id="249" idx="0"/>
              </p:cNvCxnSpPr>
              <p:nvPr/>
            </p:nvCxnSpPr>
            <p:spPr>
              <a:xfrm>
                <a:off x="10963573" y="3998534"/>
                <a:ext cx="295555" cy="370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65828929-1670-1C70-7F0C-0F72CF3D8187}"/>
                  </a:ext>
                </a:extLst>
              </p:cNvPr>
              <p:cNvCxnSpPr>
                <a:stCxn id="254" idx="3"/>
                <a:endCxn id="248" idx="0"/>
              </p:cNvCxnSpPr>
              <p:nvPr/>
            </p:nvCxnSpPr>
            <p:spPr>
              <a:xfrm flipH="1">
                <a:off x="10401625" y="3998534"/>
                <a:ext cx="238658" cy="370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Arrow Connector 261">
                <a:extLst>
                  <a:ext uri="{FF2B5EF4-FFF2-40B4-BE49-F238E27FC236}">
                    <a16:creationId xmlns:a16="http://schemas.microsoft.com/office/drawing/2014/main" id="{977EC263-F94F-3CCA-2F09-197A361C0CCE}"/>
                  </a:ext>
                </a:extLst>
              </p:cNvPr>
              <p:cNvCxnSpPr>
                <a:stCxn id="248" idx="5"/>
                <a:endCxn id="255" idx="0"/>
              </p:cNvCxnSpPr>
              <p:nvPr/>
            </p:nvCxnSpPr>
            <p:spPr>
              <a:xfrm>
                <a:off x="10563270" y="4759340"/>
                <a:ext cx="249433" cy="4123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21DE121D-B619-560A-33FF-CE848ECAAFA8}"/>
                  </a:ext>
                </a:extLst>
              </p:cNvPr>
              <p:cNvSpPr txBox="1"/>
              <p:nvPr/>
            </p:nvSpPr>
            <p:spPr>
              <a:xfrm>
                <a:off x="10630225" y="3374707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D1CDC9EC-65C4-55EB-BE07-327710AFE134}"/>
                  </a:ext>
                </a:extLst>
              </p:cNvPr>
              <p:cNvSpPr txBox="1"/>
              <p:nvPr/>
            </p:nvSpPr>
            <p:spPr>
              <a:xfrm>
                <a:off x="10209326" y="412280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B96EAE1B-8937-AFAF-24B0-79F2E3E13F3C}"/>
                  </a:ext>
                </a:extLst>
              </p:cNvPr>
              <p:cNvSpPr txBox="1"/>
              <p:nvPr/>
            </p:nvSpPr>
            <p:spPr>
              <a:xfrm>
                <a:off x="9855402" y="4876083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267" name="TextBox 266">
                <a:extLst>
                  <a:ext uri="{FF2B5EF4-FFF2-40B4-BE49-F238E27FC236}">
                    <a16:creationId xmlns:a16="http://schemas.microsoft.com/office/drawing/2014/main" id="{5A5C7D73-5725-900F-D13E-9A808A5EA767}"/>
                  </a:ext>
                </a:extLst>
              </p:cNvPr>
              <p:cNvSpPr txBox="1"/>
              <p:nvPr/>
            </p:nvSpPr>
            <p:spPr>
              <a:xfrm>
                <a:off x="10774736" y="4885319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70E45037-32A2-BAB7-AA5C-9414CDC04505}"/>
                  </a:ext>
                </a:extLst>
              </p:cNvPr>
              <p:cNvSpPr txBox="1"/>
              <p:nvPr/>
            </p:nvSpPr>
            <p:spPr>
              <a:xfrm>
                <a:off x="11636402" y="4925475"/>
                <a:ext cx="25359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0</a:t>
                </a:r>
              </a:p>
            </p:txBody>
          </p:sp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8B70B5D7-163D-EF78-A371-4B4EAE5E4AB7}"/>
                  </a:ext>
                </a:extLst>
              </p:cNvPr>
              <p:cNvSpPr txBox="1"/>
              <p:nvPr/>
            </p:nvSpPr>
            <p:spPr>
              <a:xfrm>
                <a:off x="11197840" y="4143482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/>
                  <a:t>+1</a:t>
                </a:r>
              </a:p>
            </p:txBody>
          </p:sp>
        </p:grpSp>
        <p:sp>
          <p:nvSpPr>
            <p:cNvPr id="273" name="Down Arrow 272">
              <a:extLst>
                <a:ext uri="{FF2B5EF4-FFF2-40B4-BE49-F238E27FC236}">
                  <a16:creationId xmlns:a16="http://schemas.microsoft.com/office/drawing/2014/main" id="{68078E19-040D-C8CB-5531-0F7CF38D4786}"/>
                </a:ext>
              </a:extLst>
            </p:cNvPr>
            <p:cNvSpPr/>
            <p:nvPr/>
          </p:nvSpPr>
          <p:spPr>
            <a:xfrm rot="16200000">
              <a:off x="9218807" y="3724232"/>
              <a:ext cx="278191" cy="1204980"/>
            </a:xfrm>
            <a:prstGeom prst="downArrow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1000">
                  <a:solidFill>
                    <a:schemeClr val="tx1"/>
                  </a:solidFill>
                </a:rPr>
                <a:t>ROTATE LEFT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0127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2982</TotalTime>
  <Words>803</Words>
  <Application>Microsoft Office PowerPoint</Application>
  <PresentationFormat>Widescreen</PresentationFormat>
  <Paragraphs>356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Tatiana Rubina</cp:lastModifiedBy>
  <cp:revision>66</cp:revision>
  <dcterms:created xsi:type="dcterms:W3CDTF">2025-02-19T20:33:39Z</dcterms:created>
  <dcterms:modified xsi:type="dcterms:W3CDTF">2026-06-14T15:11:40Z</dcterms:modified>
</cp:coreProperties>
</file>